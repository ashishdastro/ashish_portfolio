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92" r:id="rId5"/>
    <p:sldId id="293" r:id="rId6"/>
    <p:sldId id="294" r:id="rId7"/>
    <p:sldId id="295" r:id="rId8"/>
    <p:sldId id="296" r:id="rId9"/>
    <p:sldId id="297" r:id="rId10"/>
    <p:sldId id="298" r:id="rId11"/>
    <p:sldId id="299" r:id="rId1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8"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96" autoAdjust="0"/>
  </p:normalViewPr>
  <p:slideViewPr>
    <p:cSldViewPr snapToGrid="0">
      <p:cViewPr>
        <p:scale>
          <a:sx n="77" d="100"/>
          <a:sy n="77" d="100"/>
        </p:scale>
        <p:origin x="912" y="77"/>
      </p:cViewPr>
      <p:guideLst>
        <p:guide pos="3840"/>
        <p:guide orient="horz" pos="2160"/>
      </p:guideLst>
    </p:cSldViewPr>
  </p:slideViewPr>
  <p:notesTextViewPr>
    <p:cViewPr>
      <p:scale>
        <a:sx n="1" d="1"/>
        <a:sy n="1" d="1"/>
      </p:scale>
      <p:origin x="0" y="0"/>
    </p:cViewPr>
  </p:notesTextViewPr>
  <p:notesViewPr>
    <p:cSldViewPr snapToGrid="0">
      <p:cViewPr varScale="1">
        <p:scale>
          <a:sx n="65" d="100"/>
          <a:sy n="65" d="100"/>
        </p:scale>
        <p:origin x="2227"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7F7553-C578-48DC-B88A-E6FE28AFA2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0D0C74C-D2A1-46D0-903F-BEC6863A52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CA8D80-BB85-4D53-9ECD-E5BF72D8BA6D}" type="datetimeFigureOut">
              <a:rPr lang="en-US" smtClean="0"/>
              <a:t>10/28/2025</a:t>
            </a:fld>
            <a:endParaRPr lang="en-US" dirty="0"/>
          </a:p>
        </p:txBody>
      </p:sp>
      <p:sp>
        <p:nvSpPr>
          <p:cNvPr id="4" name="Footer Placeholder 3">
            <a:extLst>
              <a:ext uri="{FF2B5EF4-FFF2-40B4-BE49-F238E27FC236}">
                <a16:creationId xmlns:a16="http://schemas.microsoft.com/office/drawing/2014/main" id="{B71C4A3C-3B43-40B4-BA79-03B7A67B8A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0FFC152-4EBC-4FCB-99A3-C3B7F200BD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E0B3A3-F6C4-48C3-8231-90FCE431DC4A}" type="slidenum">
              <a:rPr lang="en-US" smtClean="0"/>
              <a:t>‹#›</a:t>
            </a:fld>
            <a:endParaRPr lang="en-US" dirty="0"/>
          </a:p>
        </p:txBody>
      </p:sp>
    </p:spTree>
    <p:extLst>
      <p:ext uri="{BB962C8B-B14F-4D97-AF65-F5344CB8AC3E}">
        <p14:creationId xmlns:p14="http://schemas.microsoft.com/office/powerpoint/2010/main" val="74164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16B02C-6DBB-48B7-B614-526A120A8EA2}" type="datetimeFigureOut">
              <a:rPr lang="en-US" smtClean="0"/>
              <a:t>10/28/2025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678FC9-9086-42E9-9B0F-0195C142CDEB}" type="slidenum">
              <a:rPr lang="en-US" smtClean="0"/>
              <a:t>‹#›</a:t>
            </a:fld>
            <a:endParaRPr lang="en-US" dirty="0"/>
          </a:p>
        </p:txBody>
      </p:sp>
    </p:spTree>
    <p:extLst>
      <p:ext uri="{BB962C8B-B14F-4D97-AF65-F5344CB8AC3E}">
        <p14:creationId xmlns:p14="http://schemas.microsoft.com/office/powerpoint/2010/main" val="2256070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meline_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436492" y="365126"/>
            <a:ext cx="11319017" cy="930958"/>
          </a:xfrm>
        </p:spPr>
        <p:txBody>
          <a:bodyPr tIns="91440" bIns="0">
            <a:noAutofit/>
          </a:bodyPr>
          <a:lstStyle>
            <a:lvl1pPr algn="ctr">
              <a:defRPr sz="5000">
                <a:solidFill>
                  <a:schemeClr val="accent5"/>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436492" y="1296083"/>
            <a:ext cx="11319017" cy="574675"/>
          </a:xfrm>
        </p:spPr>
        <p:txBody>
          <a:bodyPr>
            <a:noAutofit/>
          </a:bodyPr>
          <a:lstStyle>
            <a:lvl1pPr marL="0" indent="0" algn="ctr">
              <a:buNone/>
              <a:defRPr sz="2000" b="1" cap="all" spc="300" baseline="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427769"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2072032"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696502"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34355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6802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59249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XXXX</a:t>
            </a:r>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230303"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XXXX</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427769"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72032"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696502"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34355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96802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59249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230303"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427769"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056496"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685223" y="3588497"/>
            <a:ext cx="154665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44120"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72847"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601574"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230303"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47012"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94024"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41036"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88048"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35060"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482072" y="5010912"/>
            <a:ext cx="1709928" cy="1847088"/>
          </a:xfrm>
        </p:spPr>
        <p:txBody>
          <a:bodyPr anchor="ctr">
            <a:norm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763841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meline_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123849" y="365125"/>
            <a:ext cx="11944303" cy="924709"/>
          </a:xfrm>
        </p:spPr>
        <p:txBody>
          <a:bodyPr tIns="91440" bIns="0">
            <a:noAutofit/>
          </a:bodyPr>
          <a:lstStyle>
            <a:lvl1pPr algn="ctr">
              <a:defRPr sz="5000">
                <a:solidFill>
                  <a:schemeClr val="accent5"/>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123849" y="1296083"/>
            <a:ext cx="11944303" cy="574675"/>
          </a:xfrm>
        </p:spPr>
        <p:txBody>
          <a:bodyPr>
            <a:noAutofit/>
          </a:bodyPr>
          <a:lstStyle>
            <a:lvl1pPr marL="0" indent="0" algn="ctr">
              <a:buNone/>
              <a:defRPr sz="2000" b="1" cap="all" spc="300" baseline="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0"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95904"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95904"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1839260"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839259"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1740916"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27962" y="4610919"/>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84499"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481832"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564206"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564206"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330142"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30141"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222748"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21986" y="4610919"/>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68351"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63664"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071380"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71380"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821024"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21023"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710295"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10295" y="4610919"/>
            <a:ext cx="1746504" cy="1847088"/>
          </a:xfrm>
        </p:spPr>
        <p:txBody>
          <a:bodyPr anchor="ctr">
            <a:normAutofit/>
          </a:bodyPr>
          <a:lstStyle>
            <a:lvl1pPr marL="0" indent="0" algn="ctr">
              <a:buNone/>
              <a:defRPr sz="1600"/>
            </a:lvl1pPr>
          </a:lstStyle>
          <a:p>
            <a:pPr lvl="0"/>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445496"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445496"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556971"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56971"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Tree>
    <p:extLst>
      <p:ext uri="{BB962C8B-B14F-4D97-AF65-F5344CB8AC3E}">
        <p14:creationId xmlns:p14="http://schemas.microsoft.com/office/powerpoint/2010/main" val="2341981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meline_3">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6"/>
            <a:ext cx="11308913" cy="930958"/>
          </a:xfrm>
        </p:spPr>
        <p:txBody>
          <a:bodyPr tIns="91440" bIns="0">
            <a:noAutofit/>
          </a:bodyPr>
          <a:lstStyle>
            <a:lvl1pPr algn="l">
              <a:defRPr sz="5000">
                <a:solidFill>
                  <a:schemeClr val="accent4"/>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561974" y="1296083"/>
            <a:ext cx="11312303" cy="574675"/>
          </a:xfrm>
        </p:spPr>
        <p:txBody>
          <a:bodyPr>
            <a:noAutofit/>
          </a:bodyPr>
          <a:lstStyle>
            <a:lvl1pPr marL="0" indent="0" algn="l">
              <a:buNone/>
              <a:defRPr sz="2000" b="0" cap="all" spc="300" baseline="0">
                <a:solidFill>
                  <a:schemeClr val="accent6">
                    <a:lumMod val="75000"/>
                  </a:schemeClr>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568880"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209792"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850704"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491616"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132528"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773440"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414352"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565492" y="3282263"/>
            <a:ext cx="1459924"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11478" y="3282263"/>
            <a:ext cx="1463040"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860580"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520680"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146915"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773438"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414352"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408717"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6" name="Picture Placeholder 33">
            <a:extLst>
              <a:ext uri="{FF2B5EF4-FFF2-40B4-BE49-F238E27FC236}">
                <a16:creationId xmlns:a16="http://schemas.microsoft.com/office/drawing/2014/main" id="{205F58A7-5C5A-5AEB-01EA-BF85602BA233}"/>
              </a:ext>
            </a:extLst>
          </p:cNvPr>
          <p:cNvSpPr>
            <a:spLocks noGrp="1"/>
          </p:cNvSpPr>
          <p:nvPr>
            <p:ph type="pic" sz="quarter" idx="39"/>
          </p:nvPr>
        </p:nvSpPr>
        <p:spPr>
          <a:xfrm>
            <a:off x="677383"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2105533" y="5590964"/>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Picture Placeholder 33">
            <a:extLst>
              <a:ext uri="{FF2B5EF4-FFF2-40B4-BE49-F238E27FC236}">
                <a16:creationId xmlns:a16="http://schemas.microsoft.com/office/drawing/2014/main" id="{B6E82F90-717A-C484-C839-87784F130D4F}"/>
              </a:ext>
            </a:extLst>
          </p:cNvPr>
          <p:cNvSpPr>
            <a:spLocks noGrp="1"/>
          </p:cNvSpPr>
          <p:nvPr>
            <p:ph type="pic" sz="quarter" idx="40"/>
          </p:nvPr>
        </p:nvSpPr>
        <p:spPr>
          <a:xfrm>
            <a:off x="2374952"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733042"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997112"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363232" y="5581439"/>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0" name="Picture Placeholder 33">
            <a:extLst>
              <a:ext uri="{FF2B5EF4-FFF2-40B4-BE49-F238E27FC236}">
                <a16:creationId xmlns:a16="http://schemas.microsoft.com/office/drawing/2014/main" id="{4F7DD637-FE82-C2DD-CE9D-CAF8C85949EF}"/>
              </a:ext>
            </a:extLst>
          </p:cNvPr>
          <p:cNvSpPr>
            <a:spLocks noGrp="1"/>
          </p:cNvSpPr>
          <p:nvPr>
            <p:ph type="pic" sz="quarter" idx="41"/>
          </p:nvPr>
        </p:nvSpPr>
        <p:spPr>
          <a:xfrm>
            <a:off x="5636942"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90865"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4" name="Picture Placeholder 33">
            <a:extLst>
              <a:ext uri="{FF2B5EF4-FFF2-40B4-BE49-F238E27FC236}">
                <a16:creationId xmlns:a16="http://schemas.microsoft.com/office/drawing/2014/main" id="{C4A8C7FA-CD1F-E69D-BBCB-ECD5238CF66E}"/>
              </a:ext>
            </a:extLst>
          </p:cNvPr>
          <p:cNvSpPr>
            <a:spLocks noGrp="1"/>
          </p:cNvSpPr>
          <p:nvPr>
            <p:ph type="pic" sz="quarter" idx="42"/>
          </p:nvPr>
        </p:nvSpPr>
        <p:spPr>
          <a:xfrm>
            <a:off x="7263754"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612758" y="558143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5" name="Picture Placeholder 33">
            <a:extLst>
              <a:ext uri="{FF2B5EF4-FFF2-40B4-BE49-F238E27FC236}">
                <a16:creationId xmlns:a16="http://schemas.microsoft.com/office/drawing/2014/main" id="{C961B005-4AAE-A698-EEB7-4D65F5571C5D}"/>
              </a:ext>
            </a:extLst>
          </p:cNvPr>
          <p:cNvSpPr>
            <a:spLocks noGrp="1"/>
          </p:cNvSpPr>
          <p:nvPr>
            <p:ph type="pic" sz="quarter" idx="43"/>
          </p:nvPr>
        </p:nvSpPr>
        <p:spPr>
          <a:xfrm>
            <a:off x="8880908"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240286" y="5020784"/>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3" name="Picture Placeholder 33">
            <a:extLst>
              <a:ext uri="{FF2B5EF4-FFF2-40B4-BE49-F238E27FC236}">
                <a16:creationId xmlns:a16="http://schemas.microsoft.com/office/drawing/2014/main" id="{5FA6CD30-9A88-B77E-FAE4-3CB0483E3D9C}"/>
              </a:ext>
            </a:extLst>
          </p:cNvPr>
          <p:cNvSpPr>
            <a:spLocks noGrp="1"/>
          </p:cNvSpPr>
          <p:nvPr>
            <p:ph type="pic" sz="quarter" idx="44"/>
          </p:nvPr>
        </p:nvSpPr>
        <p:spPr>
          <a:xfrm>
            <a:off x="10524837"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cxnSp>
        <p:nvCxnSpPr>
          <p:cNvPr id="4" name="Straight Connector 3">
            <a:extLst>
              <a:ext uri="{FF2B5EF4-FFF2-40B4-BE49-F238E27FC236}">
                <a16:creationId xmlns:a16="http://schemas.microsoft.com/office/drawing/2014/main" id="{AC36CCF3-BEA1-9532-897E-60B21F9E0C38}"/>
              </a:ext>
              <a:ext uri="{C183D7F6-B498-43B3-948B-1728B52AA6E4}">
                <adec:decorative xmlns:adec="http://schemas.microsoft.com/office/drawing/2017/decorative" val="1"/>
              </a:ext>
            </a:extLst>
          </p:cNvPr>
          <p:cNvCxnSpPr>
            <a:cxnSpLocks/>
          </p:cNvCxnSpPr>
          <p:nvPr userDrawn="1"/>
        </p:nvCxnSpPr>
        <p:spPr>
          <a:xfrm>
            <a:off x="727527" y="2914513"/>
            <a:ext cx="1095486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AC45EB9-89EB-6947-3E66-7A20AAFF3989}"/>
              </a:ext>
              <a:ext uri="{C183D7F6-B498-43B3-948B-1728B52AA6E4}">
                <adec:decorative xmlns:adec="http://schemas.microsoft.com/office/drawing/2017/decorative" val="1"/>
              </a:ext>
            </a:extLst>
          </p:cNvPr>
          <p:cNvSpPr/>
          <p:nvPr userDrawn="1"/>
        </p:nvSpPr>
        <p:spPr>
          <a:xfrm>
            <a:off x="649776"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AC14FCA1-3191-C23A-11F4-1E05F0F06058}"/>
              </a:ext>
              <a:ext uri="{C183D7F6-B498-43B3-948B-1728B52AA6E4}">
                <adec:decorative xmlns:adec="http://schemas.microsoft.com/office/drawing/2017/decorative" val="1"/>
              </a:ext>
            </a:extLst>
          </p:cNvPr>
          <p:cNvSpPr/>
          <p:nvPr userDrawn="1"/>
        </p:nvSpPr>
        <p:spPr>
          <a:xfrm>
            <a:off x="23531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5" name="Oval 34">
            <a:extLst>
              <a:ext uri="{FF2B5EF4-FFF2-40B4-BE49-F238E27FC236}">
                <a16:creationId xmlns:a16="http://schemas.microsoft.com/office/drawing/2014/main" id="{632D85A6-CD18-3D44-4ED3-479E8007C700}"/>
              </a:ext>
              <a:ext uri="{C183D7F6-B498-43B3-948B-1728B52AA6E4}">
                <adec:decorative xmlns:adec="http://schemas.microsoft.com/office/drawing/2017/decorative" val="1"/>
              </a:ext>
            </a:extLst>
          </p:cNvPr>
          <p:cNvSpPr/>
          <p:nvPr userDrawn="1"/>
        </p:nvSpPr>
        <p:spPr>
          <a:xfrm>
            <a:off x="39787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6" name="Oval 35">
            <a:extLst>
              <a:ext uri="{FF2B5EF4-FFF2-40B4-BE49-F238E27FC236}">
                <a16:creationId xmlns:a16="http://schemas.microsoft.com/office/drawing/2014/main" id="{1BE9538A-7671-5716-2083-4863DE6FC81D}"/>
              </a:ext>
              <a:ext uri="{C183D7F6-B498-43B3-948B-1728B52AA6E4}">
                <adec:decorative xmlns:adec="http://schemas.microsoft.com/office/drawing/2017/decorative" val="1"/>
              </a:ext>
            </a:extLst>
          </p:cNvPr>
          <p:cNvSpPr/>
          <p:nvPr userDrawn="1"/>
        </p:nvSpPr>
        <p:spPr>
          <a:xfrm>
            <a:off x="5603762"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4EEF2032-047A-A048-2DAB-A434ACAEB2A3}"/>
              </a:ext>
              <a:ext uri="{C183D7F6-B498-43B3-948B-1728B52AA6E4}">
                <adec:decorative xmlns:adec="http://schemas.microsoft.com/office/drawing/2017/decorative" val="1"/>
              </a:ext>
            </a:extLst>
          </p:cNvPr>
          <p:cNvSpPr/>
          <p:nvPr userDrawn="1"/>
        </p:nvSpPr>
        <p:spPr>
          <a:xfrm>
            <a:off x="72299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F947350C-96CE-8D5D-6815-4E48490F771E}"/>
              </a:ext>
              <a:ext uri="{C183D7F6-B498-43B3-948B-1728B52AA6E4}">
                <adec:decorative xmlns:adec="http://schemas.microsoft.com/office/drawing/2017/decorative" val="1"/>
              </a:ext>
            </a:extLst>
          </p:cNvPr>
          <p:cNvSpPr/>
          <p:nvPr userDrawn="1"/>
        </p:nvSpPr>
        <p:spPr>
          <a:xfrm>
            <a:off x="8854965"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D4CC6803-1FE7-920D-545D-2F48A50C6856}"/>
              </a:ext>
              <a:ext uri="{C183D7F6-B498-43B3-948B-1728B52AA6E4}">
                <adec:decorative xmlns:adec="http://schemas.microsoft.com/office/drawing/2017/decorative" val="1"/>
              </a:ext>
            </a:extLst>
          </p:cNvPr>
          <p:cNvSpPr/>
          <p:nvPr userDrawn="1"/>
        </p:nvSpPr>
        <p:spPr>
          <a:xfrm>
            <a:off x="10481124"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361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meline_4">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5"/>
            <a:ext cx="11246567" cy="1017361"/>
          </a:xfrm>
        </p:spPr>
        <p:txBody>
          <a:bodyPr>
            <a:noAutofit/>
          </a:bodyPr>
          <a:lstStyle>
            <a:lvl1pPr algn="l">
              <a:defRPr sz="5000">
                <a:solidFill>
                  <a:schemeClr val="accent4"/>
                </a:solidFill>
              </a:defRPr>
            </a:lvl1pPr>
          </a:lstStyle>
          <a:p>
            <a:r>
              <a:rPr lang="en-US" dirty="0"/>
              <a:t>Add 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57678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21637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85597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49556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13516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77475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414352"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57678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1637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85597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9556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13516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77475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414352"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656949" y="4276725"/>
            <a:ext cx="1516228" cy="2581275"/>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242486" y="4819650"/>
            <a:ext cx="1515903" cy="2038350"/>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827698" y="4276725"/>
            <a:ext cx="1501022" cy="2581275"/>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398029" y="4819650"/>
            <a:ext cx="1500700" cy="2038350"/>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68038" y="4276725"/>
            <a:ext cx="1515904" cy="2581275"/>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553251" y="4830161"/>
            <a:ext cx="1531401" cy="2027839"/>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153958" y="4276725"/>
            <a:ext cx="1515903" cy="2581275"/>
          </a:xfrm>
        </p:spPr>
        <p:txBody>
          <a:bodyPr anchor="ctr">
            <a:normAutofit/>
          </a:bodyPr>
          <a:lstStyle>
            <a:lvl1pPr marL="0" indent="0" algn="ctr">
              <a:buNone/>
              <a:defRPr sz="1600"/>
            </a:lvl1p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CAFE5053-60BB-2761-C015-8271375ECE79}"/>
              </a:ext>
              <a:ext uri="{C183D7F6-B498-43B3-948B-1728B52AA6E4}">
                <adec:decorative xmlns:adec="http://schemas.microsoft.com/office/drawing/2017/decorative" val="1"/>
              </a:ext>
            </a:extLst>
          </p:cNvPr>
          <p:cNvCxnSpPr>
            <a:cxnSpLocks/>
          </p:cNvCxnSpPr>
          <p:nvPr userDrawn="1"/>
        </p:nvCxnSpPr>
        <p:spPr>
          <a:xfrm>
            <a:off x="727527" y="2914513"/>
            <a:ext cx="1095486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848DF79D-5968-B3B0-E251-91F377B6AF27}"/>
              </a:ext>
              <a:ext uri="{C183D7F6-B498-43B3-948B-1728B52AA6E4}">
                <adec:decorative xmlns:adec="http://schemas.microsoft.com/office/drawing/2017/decorative" val="1"/>
              </a:ext>
            </a:extLst>
          </p:cNvPr>
          <p:cNvSpPr/>
          <p:nvPr userDrawn="1"/>
        </p:nvSpPr>
        <p:spPr>
          <a:xfrm>
            <a:off x="649776"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96596F52-E672-3E2F-3A6D-9A145AB707C3}"/>
              </a:ext>
              <a:ext uri="{C183D7F6-B498-43B3-948B-1728B52AA6E4}">
                <adec:decorative xmlns:adec="http://schemas.microsoft.com/office/drawing/2017/decorative" val="1"/>
              </a:ext>
            </a:extLst>
          </p:cNvPr>
          <p:cNvSpPr/>
          <p:nvPr userDrawn="1"/>
        </p:nvSpPr>
        <p:spPr>
          <a:xfrm>
            <a:off x="23531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Oval 5">
            <a:extLst>
              <a:ext uri="{FF2B5EF4-FFF2-40B4-BE49-F238E27FC236}">
                <a16:creationId xmlns:a16="http://schemas.microsoft.com/office/drawing/2014/main" id="{507FBAA1-A8BE-79FE-77C8-41965A21EE1C}"/>
              </a:ext>
              <a:ext uri="{C183D7F6-B498-43B3-948B-1728B52AA6E4}">
                <adec:decorative xmlns:adec="http://schemas.microsoft.com/office/drawing/2017/decorative" val="1"/>
              </a:ext>
            </a:extLst>
          </p:cNvPr>
          <p:cNvSpPr/>
          <p:nvPr userDrawn="1"/>
        </p:nvSpPr>
        <p:spPr>
          <a:xfrm>
            <a:off x="39787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 name="Oval 6">
            <a:extLst>
              <a:ext uri="{FF2B5EF4-FFF2-40B4-BE49-F238E27FC236}">
                <a16:creationId xmlns:a16="http://schemas.microsoft.com/office/drawing/2014/main" id="{DCE966C6-D5C6-F289-A101-12F9346A3CBA}"/>
              </a:ext>
              <a:ext uri="{C183D7F6-B498-43B3-948B-1728B52AA6E4}">
                <adec:decorative xmlns:adec="http://schemas.microsoft.com/office/drawing/2017/decorative" val="1"/>
              </a:ext>
            </a:extLst>
          </p:cNvPr>
          <p:cNvSpPr/>
          <p:nvPr userDrawn="1"/>
        </p:nvSpPr>
        <p:spPr>
          <a:xfrm>
            <a:off x="5603762"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5F90A22-A0F4-7C70-DB50-E05ADE626CEB}"/>
              </a:ext>
              <a:ext uri="{C183D7F6-B498-43B3-948B-1728B52AA6E4}">
                <adec:decorative xmlns:adec="http://schemas.microsoft.com/office/drawing/2017/decorative" val="1"/>
              </a:ext>
            </a:extLst>
          </p:cNvPr>
          <p:cNvSpPr/>
          <p:nvPr userDrawn="1"/>
        </p:nvSpPr>
        <p:spPr>
          <a:xfrm>
            <a:off x="72299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8C40A97-5EF3-1C22-54A1-85F1821010AF}"/>
              </a:ext>
              <a:ext uri="{C183D7F6-B498-43B3-948B-1728B52AA6E4}">
                <adec:decorative xmlns:adec="http://schemas.microsoft.com/office/drawing/2017/decorative" val="1"/>
              </a:ext>
            </a:extLst>
          </p:cNvPr>
          <p:cNvSpPr/>
          <p:nvPr userDrawn="1"/>
        </p:nvSpPr>
        <p:spPr>
          <a:xfrm>
            <a:off x="8854965"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DAD6B51-49A7-A1A1-82D7-083E1E48E3D9}"/>
              </a:ext>
              <a:ext uri="{C183D7F6-B498-43B3-948B-1728B52AA6E4}">
                <adec:decorative xmlns:adec="http://schemas.microsoft.com/office/drawing/2017/decorative" val="1"/>
              </a:ext>
            </a:extLst>
          </p:cNvPr>
          <p:cNvSpPr/>
          <p:nvPr userDrawn="1"/>
        </p:nvSpPr>
        <p:spPr>
          <a:xfrm>
            <a:off x="10481124"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6009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meline_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53837"/>
            <a:ext cx="11063525" cy="940194"/>
          </a:xfrm>
        </p:spPr>
        <p:txBody>
          <a:bodyPr tIns="91440" bIns="0">
            <a:noAutofit/>
          </a:bodyPr>
          <a:lstStyle>
            <a:lvl1pPr algn="l">
              <a:defRPr sz="5000">
                <a:solidFill>
                  <a:schemeClr val="accent2"/>
                </a:solidFill>
              </a:defRPr>
            </a:lvl1pPr>
          </a:lstStyle>
          <a:p>
            <a:r>
              <a:rPr lang="en-US" dirty="0"/>
              <a:t>Add title</a:t>
            </a:r>
          </a:p>
        </p:txBody>
      </p:sp>
      <p:sp>
        <p:nvSpPr>
          <p:cNvPr id="5" name="Text Placeholder 6">
            <a:extLst>
              <a:ext uri="{FF2B5EF4-FFF2-40B4-BE49-F238E27FC236}">
                <a16:creationId xmlns:a16="http://schemas.microsoft.com/office/drawing/2014/main" id="{0B164C47-85FC-75F1-2510-5879B9FC64FF}"/>
              </a:ext>
            </a:extLst>
          </p:cNvPr>
          <p:cNvSpPr>
            <a:spLocks noGrp="1"/>
          </p:cNvSpPr>
          <p:nvPr>
            <p:ph type="body" sz="quarter" idx="10" hasCustomPrompt="1"/>
          </p:nvPr>
        </p:nvSpPr>
        <p:spPr>
          <a:xfrm>
            <a:off x="565202" y="1305319"/>
            <a:ext cx="11063526" cy="441185"/>
          </a:xfrm>
        </p:spPr>
        <p:txBody>
          <a:bodyPr>
            <a:noAutofit/>
          </a:bodyPr>
          <a:lstStyle>
            <a:lvl1pPr marL="0" indent="0" algn="l">
              <a:buNone/>
              <a:defRPr sz="2000" b="0" cap="all" spc="300" baseline="0">
                <a:solidFill>
                  <a:schemeClr val="tx1"/>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SmartArt Placeholder 16">
            <a:extLst>
              <a:ext uri="{FF2B5EF4-FFF2-40B4-BE49-F238E27FC236}">
                <a16:creationId xmlns:a16="http://schemas.microsoft.com/office/drawing/2014/main" id="{958446B8-0321-E6E0-5252-12AAE6EF3E7F}"/>
              </a:ext>
            </a:extLst>
          </p:cNvPr>
          <p:cNvSpPr>
            <a:spLocks noGrp="1"/>
          </p:cNvSpPr>
          <p:nvPr>
            <p:ph type="dgm" sz="quarter" idx="11"/>
          </p:nvPr>
        </p:nvSpPr>
        <p:spPr>
          <a:xfrm>
            <a:off x="563273" y="1814948"/>
            <a:ext cx="11065455" cy="4532597"/>
          </a:xfrm>
        </p:spPr>
        <p:txBody>
          <a:bodyPr anchor="t"/>
          <a:lstStyle>
            <a:lvl1pPr marL="0" indent="0" algn="ctr">
              <a:buNone/>
              <a:defRPr/>
            </a:lvl1pPr>
          </a:lstStyle>
          <a:p>
            <a:r>
              <a:rPr lang="en-US"/>
              <a:t>Click icon to add SmartArt graphic</a:t>
            </a:r>
            <a:endParaRPr lang="en-US" dirty="0"/>
          </a:p>
        </p:txBody>
      </p:sp>
      <p:sp>
        <p:nvSpPr>
          <p:cNvPr id="19" name="Text Placeholder 6">
            <a:extLst>
              <a:ext uri="{FF2B5EF4-FFF2-40B4-BE49-F238E27FC236}">
                <a16:creationId xmlns:a16="http://schemas.microsoft.com/office/drawing/2014/main" id="{BAA835CE-4A8B-1613-AC20-76D775DB667B}"/>
              </a:ext>
            </a:extLst>
          </p:cNvPr>
          <p:cNvSpPr>
            <a:spLocks noGrp="1"/>
          </p:cNvSpPr>
          <p:nvPr>
            <p:ph type="body" sz="quarter" idx="12" hasCustomPrompt="1"/>
          </p:nvPr>
        </p:nvSpPr>
        <p:spPr>
          <a:xfrm>
            <a:off x="1385112"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0" name="Text Placeholder 6">
            <a:extLst>
              <a:ext uri="{FF2B5EF4-FFF2-40B4-BE49-F238E27FC236}">
                <a16:creationId xmlns:a16="http://schemas.microsoft.com/office/drawing/2014/main" id="{06B0B38A-9459-4BB6-0749-21EB25003455}"/>
              </a:ext>
            </a:extLst>
          </p:cNvPr>
          <p:cNvSpPr>
            <a:spLocks noGrp="1"/>
          </p:cNvSpPr>
          <p:nvPr>
            <p:ph type="body" sz="quarter" idx="13" hasCustomPrompt="1"/>
          </p:nvPr>
        </p:nvSpPr>
        <p:spPr>
          <a:xfrm>
            <a:off x="2773673"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1" name="Text Placeholder 6">
            <a:extLst>
              <a:ext uri="{FF2B5EF4-FFF2-40B4-BE49-F238E27FC236}">
                <a16:creationId xmlns:a16="http://schemas.microsoft.com/office/drawing/2014/main" id="{1A4119CC-0564-A779-7386-C668A704CDA0}"/>
              </a:ext>
            </a:extLst>
          </p:cNvPr>
          <p:cNvSpPr>
            <a:spLocks noGrp="1"/>
          </p:cNvSpPr>
          <p:nvPr>
            <p:ph type="body" sz="quarter" idx="14" hasCustomPrompt="1"/>
          </p:nvPr>
        </p:nvSpPr>
        <p:spPr>
          <a:xfrm>
            <a:off x="4162234"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2" name="Text Placeholder 6">
            <a:extLst>
              <a:ext uri="{FF2B5EF4-FFF2-40B4-BE49-F238E27FC236}">
                <a16:creationId xmlns:a16="http://schemas.microsoft.com/office/drawing/2014/main" id="{1501451E-59DD-FD02-EACB-2DE1F74D7C54}"/>
              </a:ext>
            </a:extLst>
          </p:cNvPr>
          <p:cNvSpPr>
            <a:spLocks noGrp="1"/>
          </p:cNvSpPr>
          <p:nvPr>
            <p:ph type="body" sz="quarter" idx="15" hasCustomPrompt="1"/>
          </p:nvPr>
        </p:nvSpPr>
        <p:spPr>
          <a:xfrm>
            <a:off x="5550795"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3" name="Text Placeholder 6">
            <a:extLst>
              <a:ext uri="{FF2B5EF4-FFF2-40B4-BE49-F238E27FC236}">
                <a16:creationId xmlns:a16="http://schemas.microsoft.com/office/drawing/2014/main" id="{0F171DBC-795C-5784-4841-C1B0E3A52D0B}"/>
              </a:ext>
            </a:extLst>
          </p:cNvPr>
          <p:cNvSpPr>
            <a:spLocks noGrp="1"/>
          </p:cNvSpPr>
          <p:nvPr>
            <p:ph type="body" sz="quarter" idx="16" hasCustomPrompt="1"/>
          </p:nvPr>
        </p:nvSpPr>
        <p:spPr>
          <a:xfrm>
            <a:off x="6939356"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4" name="Text Placeholder 6">
            <a:extLst>
              <a:ext uri="{FF2B5EF4-FFF2-40B4-BE49-F238E27FC236}">
                <a16:creationId xmlns:a16="http://schemas.microsoft.com/office/drawing/2014/main" id="{6FBB2B25-899A-5757-2974-FB6C2CBB4F86}"/>
              </a:ext>
            </a:extLst>
          </p:cNvPr>
          <p:cNvSpPr>
            <a:spLocks noGrp="1"/>
          </p:cNvSpPr>
          <p:nvPr>
            <p:ph type="body" sz="quarter" idx="17" hasCustomPrompt="1"/>
          </p:nvPr>
        </p:nvSpPr>
        <p:spPr>
          <a:xfrm>
            <a:off x="8327917"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5" name="Text Placeholder 6">
            <a:extLst>
              <a:ext uri="{FF2B5EF4-FFF2-40B4-BE49-F238E27FC236}">
                <a16:creationId xmlns:a16="http://schemas.microsoft.com/office/drawing/2014/main" id="{8C2FB7DF-BBB0-A0AD-8232-1C858B8FDAA0}"/>
              </a:ext>
            </a:extLst>
          </p:cNvPr>
          <p:cNvSpPr>
            <a:spLocks noGrp="1"/>
          </p:cNvSpPr>
          <p:nvPr>
            <p:ph type="body" sz="quarter" idx="18" hasCustomPrompt="1"/>
          </p:nvPr>
        </p:nvSpPr>
        <p:spPr>
          <a:xfrm>
            <a:off x="9716478"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cxnSp>
        <p:nvCxnSpPr>
          <p:cNvPr id="3" name="Straight Connector 2">
            <a:extLst>
              <a:ext uri="{FF2B5EF4-FFF2-40B4-BE49-F238E27FC236}">
                <a16:creationId xmlns:a16="http://schemas.microsoft.com/office/drawing/2014/main" id="{F026B881-58FB-7BF2-7AF2-0485AEFED077}"/>
              </a:ext>
              <a:ext uri="{C183D7F6-B498-43B3-948B-1728B52AA6E4}">
                <adec:decorative xmlns:adec="http://schemas.microsoft.com/office/drawing/2017/decorative" val="1"/>
              </a:ext>
            </a:extLst>
          </p:cNvPr>
          <p:cNvCxnSpPr>
            <a:cxnSpLocks/>
          </p:cNvCxnSpPr>
          <p:nvPr userDrawn="1"/>
        </p:nvCxnSpPr>
        <p:spPr>
          <a:xfrm>
            <a:off x="615523" y="1166613"/>
            <a:ext cx="541548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6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meline_6">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53837"/>
            <a:ext cx="11063525" cy="940194"/>
          </a:xfrm>
        </p:spPr>
        <p:txBody>
          <a:bodyPr tIns="91440" bIns="0">
            <a:noAutofit/>
          </a:bodyPr>
          <a:lstStyle>
            <a:lvl1pPr algn="l">
              <a:defRPr sz="5000">
                <a:solidFill>
                  <a:schemeClr val="accent5"/>
                </a:solidFill>
              </a:defRPr>
            </a:lvl1pPr>
          </a:lstStyle>
          <a:p>
            <a:r>
              <a:rPr lang="en-US" dirty="0"/>
              <a:t>Add title</a:t>
            </a:r>
          </a:p>
        </p:txBody>
      </p:sp>
      <p:sp>
        <p:nvSpPr>
          <p:cNvPr id="5" name="Text Placeholder 6">
            <a:extLst>
              <a:ext uri="{FF2B5EF4-FFF2-40B4-BE49-F238E27FC236}">
                <a16:creationId xmlns:a16="http://schemas.microsoft.com/office/drawing/2014/main" id="{0B164C47-85FC-75F1-2510-5879B9FC64FF}"/>
              </a:ext>
            </a:extLst>
          </p:cNvPr>
          <p:cNvSpPr>
            <a:spLocks noGrp="1"/>
          </p:cNvSpPr>
          <p:nvPr>
            <p:ph type="body" sz="quarter" idx="10" hasCustomPrompt="1"/>
          </p:nvPr>
        </p:nvSpPr>
        <p:spPr>
          <a:xfrm>
            <a:off x="565202" y="1305320"/>
            <a:ext cx="11063526" cy="405494"/>
          </a:xfrm>
        </p:spPr>
        <p:txBody>
          <a:bodyPr>
            <a:noAutofit/>
          </a:bodyPr>
          <a:lstStyle>
            <a:lvl1pPr marL="0" indent="0" algn="l">
              <a:buNone/>
              <a:defRPr sz="2000" b="0" cap="all" spc="300" baseline="0">
                <a:solidFill>
                  <a:schemeClr val="tx1"/>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SmartArt Placeholder 16">
            <a:extLst>
              <a:ext uri="{FF2B5EF4-FFF2-40B4-BE49-F238E27FC236}">
                <a16:creationId xmlns:a16="http://schemas.microsoft.com/office/drawing/2014/main" id="{958446B8-0321-E6E0-5252-12AAE6EF3E7F}"/>
              </a:ext>
            </a:extLst>
          </p:cNvPr>
          <p:cNvSpPr>
            <a:spLocks noGrp="1"/>
          </p:cNvSpPr>
          <p:nvPr>
            <p:ph type="dgm" sz="quarter" idx="11"/>
          </p:nvPr>
        </p:nvSpPr>
        <p:spPr>
          <a:xfrm>
            <a:off x="563273" y="1814948"/>
            <a:ext cx="11065455" cy="4532597"/>
          </a:xfrm>
        </p:spPr>
        <p:txBody>
          <a:bodyPr anchor="t"/>
          <a:lstStyle>
            <a:lvl1pPr marL="0" indent="0" algn="ctr">
              <a:buNone/>
              <a:defRPr/>
            </a:lvl1pPr>
          </a:lstStyle>
          <a:p>
            <a:r>
              <a:rPr lang="en-US"/>
              <a:t>Click icon to add SmartArt graphic</a:t>
            </a:r>
            <a:endParaRPr lang="en-US" dirty="0"/>
          </a:p>
        </p:txBody>
      </p:sp>
      <p:cxnSp>
        <p:nvCxnSpPr>
          <p:cNvPr id="3" name="Straight Connector 2">
            <a:extLst>
              <a:ext uri="{FF2B5EF4-FFF2-40B4-BE49-F238E27FC236}">
                <a16:creationId xmlns:a16="http://schemas.microsoft.com/office/drawing/2014/main" id="{F267E601-FCA9-308C-E425-C2A3C595B341}"/>
              </a:ext>
              <a:ext uri="{C183D7F6-B498-43B3-948B-1728B52AA6E4}">
                <adec:decorative xmlns:adec="http://schemas.microsoft.com/office/drawing/2017/decorative" val="1"/>
              </a:ext>
            </a:extLst>
          </p:cNvPr>
          <p:cNvCxnSpPr>
            <a:cxnSpLocks/>
          </p:cNvCxnSpPr>
          <p:nvPr userDrawn="1"/>
        </p:nvCxnSpPr>
        <p:spPr>
          <a:xfrm>
            <a:off x="615523" y="1166613"/>
            <a:ext cx="541548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ext Placeholder 6">
            <a:extLst>
              <a:ext uri="{FF2B5EF4-FFF2-40B4-BE49-F238E27FC236}">
                <a16:creationId xmlns:a16="http://schemas.microsoft.com/office/drawing/2014/main" id="{B061C369-6745-77D0-C684-9B08C18484FB}"/>
              </a:ext>
            </a:extLst>
          </p:cNvPr>
          <p:cNvSpPr>
            <a:spLocks noGrp="1"/>
          </p:cNvSpPr>
          <p:nvPr>
            <p:ph type="body" sz="quarter" idx="12" hasCustomPrompt="1"/>
          </p:nvPr>
        </p:nvSpPr>
        <p:spPr>
          <a:xfrm>
            <a:off x="1385112"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6" name="Text Placeholder 6">
            <a:extLst>
              <a:ext uri="{FF2B5EF4-FFF2-40B4-BE49-F238E27FC236}">
                <a16:creationId xmlns:a16="http://schemas.microsoft.com/office/drawing/2014/main" id="{49E91393-8611-982C-AEB1-476C8829A843}"/>
              </a:ext>
            </a:extLst>
          </p:cNvPr>
          <p:cNvSpPr>
            <a:spLocks noGrp="1"/>
          </p:cNvSpPr>
          <p:nvPr>
            <p:ph type="body" sz="quarter" idx="13" hasCustomPrompt="1"/>
          </p:nvPr>
        </p:nvSpPr>
        <p:spPr>
          <a:xfrm>
            <a:off x="2773673"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7" name="Text Placeholder 6">
            <a:extLst>
              <a:ext uri="{FF2B5EF4-FFF2-40B4-BE49-F238E27FC236}">
                <a16:creationId xmlns:a16="http://schemas.microsoft.com/office/drawing/2014/main" id="{F64E0D27-4921-BBDE-CCB1-7A6999A8580A}"/>
              </a:ext>
            </a:extLst>
          </p:cNvPr>
          <p:cNvSpPr>
            <a:spLocks noGrp="1"/>
          </p:cNvSpPr>
          <p:nvPr>
            <p:ph type="body" sz="quarter" idx="14" hasCustomPrompt="1"/>
          </p:nvPr>
        </p:nvSpPr>
        <p:spPr>
          <a:xfrm>
            <a:off x="4162234"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8" name="Text Placeholder 6">
            <a:extLst>
              <a:ext uri="{FF2B5EF4-FFF2-40B4-BE49-F238E27FC236}">
                <a16:creationId xmlns:a16="http://schemas.microsoft.com/office/drawing/2014/main" id="{B3BEAC01-785E-E371-7551-92AE1EB5E26A}"/>
              </a:ext>
            </a:extLst>
          </p:cNvPr>
          <p:cNvSpPr>
            <a:spLocks noGrp="1"/>
          </p:cNvSpPr>
          <p:nvPr>
            <p:ph type="body" sz="quarter" idx="15" hasCustomPrompt="1"/>
          </p:nvPr>
        </p:nvSpPr>
        <p:spPr>
          <a:xfrm>
            <a:off x="5550795"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Text Placeholder 6">
            <a:extLst>
              <a:ext uri="{FF2B5EF4-FFF2-40B4-BE49-F238E27FC236}">
                <a16:creationId xmlns:a16="http://schemas.microsoft.com/office/drawing/2014/main" id="{A0B8F9EA-19F4-52B1-5E47-C836908F696D}"/>
              </a:ext>
            </a:extLst>
          </p:cNvPr>
          <p:cNvSpPr>
            <a:spLocks noGrp="1"/>
          </p:cNvSpPr>
          <p:nvPr>
            <p:ph type="body" sz="quarter" idx="16" hasCustomPrompt="1"/>
          </p:nvPr>
        </p:nvSpPr>
        <p:spPr>
          <a:xfrm>
            <a:off x="6939356"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0" name="Text Placeholder 6">
            <a:extLst>
              <a:ext uri="{FF2B5EF4-FFF2-40B4-BE49-F238E27FC236}">
                <a16:creationId xmlns:a16="http://schemas.microsoft.com/office/drawing/2014/main" id="{42C03E2B-32BD-3A05-9A17-1C3290E2CBFB}"/>
              </a:ext>
            </a:extLst>
          </p:cNvPr>
          <p:cNvSpPr>
            <a:spLocks noGrp="1"/>
          </p:cNvSpPr>
          <p:nvPr>
            <p:ph type="body" sz="quarter" idx="17" hasCustomPrompt="1"/>
          </p:nvPr>
        </p:nvSpPr>
        <p:spPr>
          <a:xfrm>
            <a:off x="8327917"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33A29B32-BF52-8A2E-27D7-E8A513B0E6A3}"/>
              </a:ext>
            </a:extLst>
          </p:cNvPr>
          <p:cNvSpPr>
            <a:spLocks noGrp="1"/>
          </p:cNvSpPr>
          <p:nvPr>
            <p:ph type="body" sz="quarter" idx="18" hasCustomPrompt="1"/>
          </p:nvPr>
        </p:nvSpPr>
        <p:spPr>
          <a:xfrm>
            <a:off x="9716478"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Tree>
    <p:extLst>
      <p:ext uri="{BB962C8B-B14F-4D97-AF65-F5344CB8AC3E}">
        <p14:creationId xmlns:p14="http://schemas.microsoft.com/office/powerpoint/2010/main" val="211553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_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6"/>
            <a:ext cx="11074059" cy="930958"/>
          </a:xfrm>
        </p:spPr>
        <p:txBody>
          <a:bodyPr tIns="91440" bIns="0">
            <a:noAutofit/>
          </a:bodyPr>
          <a:lstStyle>
            <a:lvl1pPr algn="l">
              <a:defRPr sz="5000">
                <a:solidFill>
                  <a:schemeClr val="tx1"/>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565798" y="1305915"/>
            <a:ext cx="11074059" cy="574675"/>
          </a:xfrm>
        </p:spPr>
        <p:txBody>
          <a:bodyPr>
            <a:noAutofit/>
          </a:bodyPr>
          <a:lstStyle>
            <a:lvl1pPr marL="0" indent="0" algn="l">
              <a:buNone/>
              <a:defRPr sz="2000" b="0" spc="300" baseline="0">
                <a:solidFill>
                  <a:schemeClr val="accent6">
                    <a:lumMod val="75000"/>
                  </a:schemeClr>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437252"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5" name="Text Placeholder 6">
            <a:extLst>
              <a:ext uri="{FF2B5EF4-FFF2-40B4-BE49-F238E27FC236}">
                <a16:creationId xmlns:a16="http://schemas.microsoft.com/office/drawing/2014/main" id="{96728F4B-59D8-7CC6-8102-2E1B5BF897C1}"/>
              </a:ext>
            </a:extLst>
          </p:cNvPr>
          <p:cNvSpPr>
            <a:spLocks noGrp="1"/>
          </p:cNvSpPr>
          <p:nvPr>
            <p:ph type="body" sz="quarter" idx="12" hasCustomPrompt="1"/>
          </p:nvPr>
        </p:nvSpPr>
        <p:spPr>
          <a:xfrm>
            <a:off x="662192"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68876"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39056"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6" name="Text Placeholder 6">
            <a:extLst>
              <a:ext uri="{FF2B5EF4-FFF2-40B4-BE49-F238E27FC236}">
                <a16:creationId xmlns:a16="http://schemas.microsoft.com/office/drawing/2014/main" id="{92E4720E-DB85-E5B3-FDB7-54B5A9F85A9C}"/>
              </a:ext>
            </a:extLst>
          </p:cNvPr>
          <p:cNvSpPr>
            <a:spLocks noGrp="1"/>
          </p:cNvSpPr>
          <p:nvPr>
            <p:ph type="body" sz="quarter" idx="13" hasCustomPrompt="1"/>
          </p:nvPr>
        </p:nvSpPr>
        <p:spPr>
          <a:xfrm>
            <a:off x="2259199"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60474"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627577"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9" name="Text Placeholder 6">
            <a:extLst>
              <a:ext uri="{FF2B5EF4-FFF2-40B4-BE49-F238E27FC236}">
                <a16:creationId xmlns:a16="http://schemas.microsoft.com/office/drawing/2014/main" id="{1734CCD4-2850-24BB-8485-011F2EDCFD97}"/>
              </a:ext>
            </a:extLst>
          </p:cNvPr>
          <p:cNvSpPr>
            <a:spLocks noGrp="1"/>
          </p:cNvSpPr>
          <p:nvPr>
            <p:ph type="body" sz="quarter" idx="14" hasCustomPrompt="1"/>
          </p:nvPr>
        </p:nvSpPr>
        <p:spPr>
          <a:xfrm>
            <a:off x="3817566"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820165"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214296"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0" name="Text Placeholder 6">
            <a:extLst>
              <a:ext uri="{FF2B5EF4-FFF2-40B4-BE49-F238E27FC236}">
                <a16:creationId xmlns:a16="http://schemas.microsoft.com/office/drawing/2014/main" id="{54E84F0B-A751-F80C-B00D-C43C2164D6C6}"/>
              </a:ext>
            </a:extLst>
          </p:cNvPr>
          <p:cNvSpPr>
            <a:spLocks noGrp="1"/>
          </p:cNvSpPr>
          <p:nvPr>
            <p:ph type="body" sz="quarter" idx="15" hasCustomPrompt="1"/>
          </p:nvPr>
        </p:nvSpPr>
        <p:spPr>
          <a:xfrm>
            <a:off x="5405429"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00612"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778153"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4" name="Text Placeholder 6">
            <a:extLst>
              <a:ext uri="{FF2B5EF4-FFF2-40B4-BE49-F238E27FC236}">
                <a16:creationId xmlns:a16="http://schemas.microsoft.com/office/drawing/2014/main" id="{1A503A90-CF78-F91B-E515-E88D93680444}"/>
              </a:ext>
            </a:extLst>
          </p:cNvPr>
          <p:cNvSpPr>
            <a:spLocks noGrp="1"/>
          </p:cNvSpPr>
          <p:nvPr>
            <p:ph type="body" sz="quarter" idx="16" hasCustomPrompt="1"/>
          </p:nvPr>
        </p:nvSpPr>
        <p:spPr>
          <a:xfrm>
            <a:off x="6982003"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80660"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395439"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5" name="Text Placeholder 6">
            <a:extLst>
              <a:ext uri="{FF2B5EF4-FFF2-40B4-BE49-F238E27FC236}">
                <a16:creationId xmlns:a16="http://schemas.microsoft.com/office/drawing/2014/main" id="{53C813F7-07BE-35D3-2A83-AB6D13144D5E}"/>
              </a:ext>
            </a:extLst>
          </p:cNvPr>
          <p:cNvSpPr>
            <a:spLocks noGrp="1"/>
          </p:cNvSpPr>
          <p:nvPr>
            <p:ph type="body" sz="quarter" idx="17" hasCustomPrompt="1"/>
          </p:nvPr>
        </p:nvSpPr>
        <p:spPr>
          <a:xfrm>
            <a:off x="8569866"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570245"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9975783"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3" name="Text Placeholder 6">
            <a:extLst>
              <a:ext uri="{FF2B5EF4-FFF2-40B4-BE49-F238E27FC236}">
                <a16:creationId xmlns:a16="http://schemas.microsoft.com/office/drawing/2014/main" id="{C01D0309-AC2A-E9E8-8197-2F8F7D9424A8}"/>
              </a:ext>
            </a:extLst>
          </p:cNvPr>
          <p:cNvSpPr>
            <a:spLocks noGrp="1"/>
          </p:cNvSpPr>
          <p:nvPr>
            <p:ph type="body" sz="quarter" idx="39" hasCustomPrompt="1"/>
          </p:nvPr>
        </p:nvSpPr>
        <p:spPr>
          <a:xfrm>
            <a:off x="10157729"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159530"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562465" y="4303706"/>
            <a:ext cx="1581295" cy="2555204"/>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170513" y="4835424"/>
            <a:ext cx="1512487" cy="2023486"/>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704052" y="4303706"/>
            <a:ext cx="1555734" cy="2555204"/>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81357" y="4835424"/>
            <a:ext cx="1602043" cy="2023486"/>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03550" y="4303706"/>
            <a:ext cx="1542438" cy="2555204"/>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473156" y="4845859"/>
            <a:ext cx="1570004" cy="2013051"/>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063281" y="4303706"/>
            <a:ext cx="1552723" cy="2555204"/>
          </a:xfrm>
        </p:spPr>
        <p:txBody>
          <a:bodyPr anchor="ctr">
            <a:normAutofit/>
          </a:bodyPr>
          <a:lstStyle>
            <a:lvl1pPr marL="0" indent="0" algn="ctr">
              <a:buNone/>
              <a:defRPr sz="1600"/>
            </a:lvl1pPr>
          </a:lstStyle>
          <a:p>
            <a:r>
              <a:rPr lang="en-US"/>
              <a:t>Click icon to add picture</a:t>
            </a:r>
            <a:endParaRPr lang="en-US" dirty="0"/>
          </a:p>
        </p:txBody>
      </p:sp>
      <p:sp>
        <p:nvSpPr>
          <p:cNvPr id="3" name="Oval 2">
            <a:extLst>
              <a:ext uri="{FF2B5EF4-FFF2-40B4-BE49-F238E27FC236}">
                <a16:creationId xmlns:a16="http://schemas.microsoft.com/office/drawing/2014/main" id="{17EFE29E-7594-1AE0-D51B-4C492DB85493}"/>
              </a:ext>
              <a:ext uri="{C183D7F6-B498-43B3-948B-1728B52AA6E4}">
                <adec:decorative xmlns:adec="http://schemas.microsoft.com/office/drawing/2017/decorative" val="1"/>
              </a:ext>
            </a:extLst>
          </p:cNvPr>
          <p:cNvSpPr/>
          <p:nvPr userDrawn="1"/>
        </p:nvSpPr>
        <p:spPr>
          <a:xfrm>
            <a:off x="474637"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5BB35614-3EBB-AEBD-034D-AB862ADC08F9}"/>
              </a:ext>
              <a:ext uri="{C183D7F6-B498-43B3-948B-1728B52AA6E4}">
                <adec:decorative xmlns:adec="http://schemas.microsoft.com/office/drawing/2017/decorative" val="1"/>
              </a:ext>
            </a:extLst>
          </p:cNvPr>
          <p:cNvSpPr/>
          <p:nvPr userDrawn="1"/>
        </p:nvSpPr>
        <p:spPr>
          <a:xfrm>
            <a:off x="208250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189122-076F-188C-CD9F-9C7D5EAFB602}"/>
              </a:ext>
              <a:ext uri="{C183D7F6-B498-43B3-948B-1728B52AA6E4}">
                <adec:decorative xmlns:adec="http://schemas.microsoft.com/office/drawing/2017/decorative" val="1"/>
              </a:ext>
            </a:extLst>
          </p:cNvPr>
          <p:cNvSpPr/>
          <p:nvPr userDrawn="1"/>
        </p:nvSpPr>
        <p:spPr>
          <a:xfrm>
            <a:off x="997079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225BB7-C41D-C59A-7061-B8E3A2CC9807}"/>
              </a:ext>
              <a:ext uri="{C183D7F6-B498-43B3-948B-1728B52AA6E4}">
                <adec:decorative xmlns:adec="http://schemas.microsoft.com/office/drawing/2017/decorative" val="1"/>
              </a:ext>
            </a:extLst>
          </p:cNvPr>
          <p:cNvSpPr/>
          <p:nvPr userDrawn="1"/>
        </p:nvSpPr>
        <p:spPr>
          <a:xfrm>
            <a:off x="8381976"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7543370D-EAEF-BCB0-7736-4E8FDFAB0694}"/>
              </a:ext>
              <a:ext uri="{C183D7F6-B498-43B3-948B-1728B52AA6E4}">
                <adec:decorative xmlns:adec="http://schemas.microsoft.com/office/drawing/2017/decorative" val="1"/>
              </a:ext>
            </a:extLst>
          </p:cNvPr>
          <p:cNvSpPr/>
          <p:nvPr userDrawn="1"/>
        </p:nvSpPr>
        <p:spPr>
          <a:xfrm>
            <a:off x="6813571"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00B04EAE-4AC8-C01B-D634-ADA7A6A91B04}"/>
              </a:ext>
              <a:ext uri="{C183D7F6-B498-43B3-948B-1728B52AA6E4}">
                <adec:decorative xmlns:adec="http://schemas.microsoft.com/office/drawing/2017/decorative" val="1"/>
              </a:ext>
            </a:extLst>
          </p:cNvPr>
          <p:cNvSpPr/>
          <p:nvPr userDrawn="1"/>
        </p:nvSpPr>
        <p:spPr>
          <a:xfrm>
            <a:off x="519451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E57A53E-7AA5-B1FF-B060-9CA14C228604}"/>
              </a:ext>
              <a:ext uri="{C183D7F6-B498-43B3-948B-1728B52AA6E4}">
                <adec:decorative xmlns:adec="http://schemas.microsoft.com/office/drawing/2017/decorative" val="1"/>
              </a:ext>
            </a:extLst>
          </p:cNvPr>
          <p:cNvSpPr/>
          <p:nvPr userDrawn="1"/>
        </p:nvSpPr>
        <p:spPr>
          <a:xfrm>
            <a:off x="363383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845D603C-8AD4-17DE-74E1-384B9A905FB1}"/>
              </a:ext>
              <a:ext uri="{C183D7F6-B498-43B3-948B-1728B52AA6E4}">
                <adec:decorative xmlns:adec="http://schemas.microsoft.com/office/drawing/2017/decorative" val="1"/>
              </a:ext>
            </a:extLst>
          </p:cNvPr>
          <p:cNvCxnSpPr>
            <a:cxnSpLocks/>
          </p:cNvCxnSpPr>
          <p:nvPr userDrawn="1"/>
        </p:nvCxnSpPr>
        <p:spPr>
          <a:xfrm>
            <a:off x="547031" y="2905707"/>
            <a:ext cx="0"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51653B8-91EB-B821-4E71-F2A7FFF79C1E}"/>
              </a:ext>
              <a:ext uri="{C183D7F6-B498-43B3-948B-1728B52AA6E4}">
                <adec:decorative xmlns:adec="http://schemas.microsoft.com/office/drawing/2017/decorative" val="1"/>
              </a:ext>
            </a:extLst>
          </p:cNvPr>
          <p:cNvCxnSpPr>
            <a:cxnSpLocks/>
          </p:cNvCxnSpPr>
          <p:nvPr userDrawn="1"/>
        </p:nvCxnSpPr>
        <p:spPr>
          <a:xfrm>
            <a:off x="2154896"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DC307F0-BD88-AACC-224B-CD59DFB09D67}"/>
              </a:ext>
              <a:ext uri="{C183D7F6-B498-43B3-948B-1728B52AA6E4}">
                <adec:decorative xmlns:adec="http://schemas.microsoft.com/office/drawing/2017/decorative" val="1"/>
              </a:ext>
            </a:extLst>
          </p:cNvPr>
          <p:cNvCxnSpPr>
            <a:cxnSpLocks/>
          </p:cNvCxnSpPr>
          <p:nvPr userDrawn="1"/>
        </p:nvCxnSpPr>
        <p:spPr>
          <a:xfrm>
            <a:off x="10043186" y="2905707"/>
            <a:ext cx="4829"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5E6FB8-C882-EEA2-0A6C-93B2654D1E99}"/>
              </a:ext>
              <a:ext uri="{C183D7F6-B498-43B3-948B-1728B52AA6E4}">
                <adec:decorative xmlns:adec="http://schemas.microsoft.com/office/drawing/2017/decorative" val="1"/>
              </a:ext>
            </a:extLst>
          </p:cNvPr>
          <p:cNvCxnSpPr>
            <a:cxnSpLocks/>
          </p:cNvCxnSpPr>
          <p:nvPr userDrawn="1"/>
        </p:nvCxnSpPr>
        <p:spPr>
          <a:xfrm>
            <a:off x="8454370"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A52232B-253E-1FC7-9786-87CA56F8B50B}"/>
              </a:ext>
              <a:ext uri="{C183D7F6-B498-43B3-948B-1728B52AA6E4}">
                <adec:decorative xmlns:adec="http://schemas.microsoft.com/office/drawing/2017/decorative" val="1"/>
              </a:ext>
            </a:extLst>
          </p:cNvPr>
          <p:cNvCxnSpPr>
            <a:cxnSpLocks/>
          </p:cNvCxnSpPr>
          <p:nvPr userDrawn="1"/>
        </p:nvCxnSpPr>
        <p:spPr>
          <a:xfrm flipH="1">
            <a:off x="6881774" y="2905707"/>
            <a:ext cx="8383"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260BCCD-F258-83B3-A65C-044BCD9AD3AF}"/>
              </a:ext>
              <a:ext uri="{C183D7F6-B498-43B3-948B-1728B52AA6E4}">
                <adec:decorative xmlns:adec="http://schemas.microsoft.com/office/drawing/2017/decorative" val="1"/>
              </a:ext>
            </a:extLst>
          </p:cNvPr>
          <p:cNvCxnSpPr>
            <a:cxnSpLocks/>
          </p:cNvCxnSpPr>
          <p:nvPr userDrawn="1"/>
        </p:nvCxnSpPr>
        <p:spPr>
          <a:xfrm>
            <a:off x="5266907"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6570952-AC5E-D74C-C3B4-FC80E787804C}"/>
              </a:ext>
              <a:ext uri="{C183D7F6-B498-43B3-948B-1728B52AA6E4}">
                <adec:decorative xmlns:adec="http://schemas.microsoft.com/office/drawing/2017/decorative" val="1"/>
              </a:ext>
            </a:extLst>
          </p:cNvPr>
          <p:cNvCxnSpPr>
            <a:cxnSpLocks/>
          </p:cNvCxnSpPr>
          <p:nvPr userDrawn="1"/>
        </p:nvCxnSpPr>
        <p:spPr>
          <a:xfrm flipH="1">
            <a:off x="3675764" y="2905707"/>
            <a:ext cx="21596"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485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_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51088" y="321581"/>
            <a:ext cx="11082671" cy="1017361"/>
          </a:xfrm>
        </p:spPr>
        <p:txBody>
          <a:bodyPr>
            <a:noAutofit/>
          </a:bodyPr>
          <a:lstStyle>
            <a:lvl1pPr algn="l">
              <a:defRPr sz="5000" b="0">
                <a:solidFill>
                  <a:schemeClr val="tx1"/>
                </a:solidFill>
              </a:defRPr>
            </a:lvl1pPr>
          </a:lstStyle>
          <a:p>
            <a:r>
              <a:rPr lang="en-US" dirty="0"/>
              <a:t>Add 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386026"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24406"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576351"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166118"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726927"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325925"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9897125"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48790"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58410"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820165"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09756"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98948"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588533"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150121" y="2926575"/>
            <a:ext cx="1369789"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559775" y="4303706"/>
            <a:ext cx="1587094" cy="2555204"/>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166191" y="4835424"/>
            <a:ext cx="1548397" cy="2023486"/>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740166" y="4303706"/>
            <a:ext cx="1546538" cy="2555204"/>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319752" y="4835424"/>
            <a:ext cx="1557038" cy="2023486"/>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00856" y="4303706"/>
            <a:ext cx="1558916" cy="2555204"/>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488680" y="4845859"/>
            <a:ext cx="1558787" cy="2013051"/>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069448" y="4303706"/>
            <a:ext cx="1554787" cy="2555204"/>
          </a:xfrm>
        </p:spPr>
        <p:txBody>
          <a:bodyPr anchor="ctr">
            <a:normAutofit/>
          </a:bodyPr>
          <a:lstStyle>
            <a:lvl1pPr marL="0" indent="0" algn="ctr">
              <a:buNone/>
              <a:defRPr sz="1600"/>
            </a:lvl1pPr>
          </a:lstStyle>
          <a:p>
            <a:r>
              <a:rPr lang="en-US"/>
              <a:t>Click icon to add picture</a:t>
            </a:r>
            <a:endParaRPr lang="en-US" dirty="0"/>
          </a:p>
        </p:txBody>
      </p:sp>
      <p:sp>
        <p:nvSpPr>
          <p:cNvPr id="3" name="Oval 2">
            <a:extLst>
              <a:ext uri="{FF2B5EF4-FFF2-40B4-BE49-F238E27FC236}">
                <a16:creationId xmlns:a16="http://schemas.microsoft.com/office/drawing/2014/main" id="{D7FA5D42-8234-4346-79E1-1B5EEEEFADB5}"/>
              </a:ext>
              <a:ext uri="{C183D7F6-B498-43B3-948B-1728B52AA6E4}">
                <adec:decorative xmlns:adec="http://schemas.microsoft.com/office/drawing/2017/decorative" val="1"/>
              </a:ext>
            </a:extLst>
          </p:cNvPr>
          <p:cNvSpPr/>
          <p:nvPr userDrawn="1"/>
        </p:nvSpPr>
        <p:spPr>
          <a:xfrm>
            <a:off x="474637"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37454209-0004-4BCA-C6E9-630D26A1DCF9}"/>
              </a:ext>
              <a:ext uri="{C183D7F6-B498-43B3-948B-1728B52AA6E4}">
                <adec:decorative xmlns:adec="http://schemas.microsoft.com/office/drawing/2017/decorative" val="1"/>
              </a:ext>
            </a:extLst>
          </p:cNvPr>
          <p:cNvSpPr/>
          <p:nvPr userDrawn="1"/>
        </p:nvSpPr>
        <p:spPr>
          <a:xfrm>
            <a:off x="208250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D3D25E2-7F4A-2047-290C-7958BBEE45D3}"/>
              </a:ext>
              <a:ext uri="{C183D7F6-B498-43B3-948B-1728B52AA6E4}">
                <adec:decorative xmlns:adec="http://schemas.microsoft.com/office/drawing/2017/decorative" val="1"/>
              </a:ext>
            </a:extLst>
          </p:cNvPr>
          <p:cNvSpPr/>
          <p:nvPr userDrawn="1"/>
        </p:nvSpPr>
        <p:spPr>
          <a:xfrm>
            <a:off x="998095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3CB6DE8-5C6C-B6DC-F142-4E4FF302886A}"/>
              </a:ext>
              <a:ext uri="{C183D7F6-B498-43B3-948B-1728B52AA6E4}">
                <adec:decorative xmlns:adec="http://schemas.microsoft.com/office/drawing/2017/decorative" val="1"/>
              </a:ext>
            </a:extLst>
          </p:cNvPr>
          <p:cNvSpPr/>
          <p:nvPr userDrawn="1"/>
        </p:nvSpPr>
        <p:spPr>
          <a:xfrm>
            <a:off x="8402296"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A199848-E409-BCDA-90C5-4CFD98603038}"/>
              </a:ext>
              <a:ext uri="{C183D7F6-B498-43B3-948B-1728B52AA6E4}">
                <adec:decorative xmlns:adec="http://schemas.microsoft.com/office/drawing/2017/decorative" val="1"/>
              </a:ext>
            </a:extLst>
          </p:cNvPr>
          <p:cNvSpPr/>
          <p:nvPr userDrawn="1"/>
        </p:nvSpPr>
        <p:spPr>
          <a:xfrm>
            <a:off x="6813571"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797B333-5C43-9E63-AD8E-888DAB749FB4}"/>
              </a:ext>
              <a:ext uri="{C183D7F6-B498-43B3-948B-1728B52AA6E4}">
                <adec:decorative xmlns:adec="http://schemas.microsoft.com/office/drawing/2017/decorative" val="1"/>
              </a:ext>
            </a:extLst>
          </p:cNvPr>
          <p:cNvSpPr/>
          <p:nvPr userDrawn="1"/>
        </p:nvSpPr>
        <p:spPr>
          <a:xfrm>
            <a:off x="5215468"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5959D53-F3CE-076E-2D31-68BA496833D1}"/>
              </a:ext>
              <a:ext uri="{C183D7F6-B498-43B3-948B-1728B52AA6E4}">
                <adec:decorative xmlns:adec="http://schemas.microsoft.com/office/drawing/2017/decorative" val="1"/>
              </a:ext>
            </a:extLst>
          </p:cNvPr>
          <p:cNvSpPr/>
          <p:nvPr userDrawn="1"/>
        </p:nvSpPr>
        <p:spPr>
          <a:xfrm>
            <a:off x="3671953"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C359264-AA63-1ABF-3DAF-3FFBC4B5A901}"/>
              </a:ext>
              <a:ext uri="{C183D7F6-B498-43B3-948B-1728B52AA6E4}">
                <adec:decorative xmlns:adec="http://schemas.microsoft.com/office/drawing/2017/decorative" val="1"/>
              </a:ext>
            </a:extLst>
          </p:cNvPr>
          <p:cNvCxnSpPr>
            <a:cxnSpLocks/>
          </p:cNvCxnSpPr>
          <p:nvPr userDrawn="1"/>
        </p:nvCxnSpPr>
        <p:spPr>
          <a:xfrm>
            <a:off x="547031" y="2905707"/>
            <a:ext cx="0"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6CF4784-13B9-7076-B252-CEDCEC1A6DC3}"/>
              </a:ext>
              <a:ext uri="{C183D7F6-B498-43B3-948B-1728B52AA6E4}">
                <adec:decorative xmlns:adec="http://schemas.microsoft.com/office/drawing/2017/decorative" val="1"/>
              </a:ext>
            </a:extLst>
          </p:cNvPr>
          <p:cNvCxnSpPr>
            <a:cxnSpLocks/>
          </p:cNvCxnSpPr>
          <p:nvPr userDrawn="1"/>
        </p:nvCxnSpPr>
        <p:spPr>
          <a:xfrm>
            <a:off x="2154896"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53FA11C-F7FE-5CFE-EEFC-23540F9FC3EF}"/>
              </a:ext>
              <a:ext uri="{C183D7F6-B498-43B3-948B-1728B52AA6E4}">
                <adec:decorative xmlns:adec="http://schemas.microsoft.com/office/drawing/2017/decorative" val="1"/>
              </a:ext>
            </a:extLst>
          </p:cNvPr>
          <p:cNvCxnSpPr>
            <a:cxnSpLocks/>
          </p:cNvCxnSpPr>
          <p:nvPr userDrawn="1"/>
        </p:nvCxnSpPr>
        <p:spPr>
          <a:xfrm>
            <a:off x="10053346" y="2905707"/>
            <a:ext cx="4829"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1FE4FF3-9483-39B2-7994-648C0FC2DE3F}"/>
              </a:ext>
              <a:ext uri="{C183D7F6-B498-43B3-948B-1728B52AA6E4}">
                <adec:decorative xmlns:adec="http://schemas.microsoft.com/office/drawing/2017/decorative" val="1"/>
              </a:ext>
            </a:extLst>
          </p:cNvPr>
          <p:cNvCxnSpPr>
            <a:cxnSpLocks/>
          </p:cNvCxnSpPr>
          <p:nvPr userDrawn="1"/>
        </p:nvCxnSpPr>
        <p:spPr>
          <a:xfrm>
            <a:off x="8474690"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E5A6CC-2F64-CBE0-7832-6EDCBBF64559}"/>
              </a:ext>
              <a:ext uri="{C183D7F6-B498-43B3-948B-1728B52AA6E4}">
                <adec:decorative xmlns:adec="http://schemas.microsoft.com/office/drawing/2017/decorative" val="1"/>
              </a:ext>
            </a:extLst>
          </p:cNvPr>
          <p:cNvCxnSpPr>
            <a:cxnSpLocks/>
          </p:cNvCxnSpPr>
          <p:nvPr userDrawn="1"/>
        </p:nvCxnSpPr>
        <p:spPr>
          <a:xfrm flipH="1">
            <a:off x="6881774" y="2905707"/>
            <a:ext cx="8383"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B07F244-5BD4-5FBE-68F8-79900E74A07C}"/>
              </a:ext>
              <a:ext uri="{C183D7F6-B498-43B3-948B-1728B52AA6E4}">
                <adec:decorative xmlns:adec="http://schemas.microsoft.com/office/drawing/2017/decorative" val="1"/>
              </a:ext>
            </a:extLst>
          </p:cNvPr>
          <p:cNvCxnSpPr>
            <a:cxnSpLocks/>
          </p:cNvCxnSpPr>
          <p:nvPr userDrawn="1"/>
        </p:nvCxnSpPr>
        <p:spPr>
          <a:xfrm>
            <a:off x="5297694"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43EAC69-1A5E-B15E-7F06-0CB2D3B0D343}"/>
              </a:ext>
              <a:ext uri="{C183D7F6-B498-43B3-948B-1728B52AA6E4}">
                <adec:decorative xmlns:adec="http://schemas.microsoft.com/office/drawing/2017/decorative" val="1"/>
              </a:ext>
            </a:extLst>
          </p:cNvPr>
          <p:cNvCxnSpPr>
            <a:cxnSpLocks/>
          </p:cNvCxnSpPr>
          <p:nvPr userDrawn="1"/>
        </p:nvCxnSpPr>
        <p:spPr>
          <a:xfrm flipH="1">
            <a:off x="3714499" y="2905707"/>
            <a:ext cx="21596"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_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41853" y="349289"/>
            <a:ext cx="4104038" cy="1709474"/>
          </a:xfrm>
        </p:spPr>
        <p:txBody>
          <a:bodyPr>
            <a:noAutofit/>
          </a:bodyPr>
          <a:lstStyle>
            <a:lvl1pPr algn="l">
              <a:lnSpc>
                <a:spcPct val="80000"/>
              </a:lnSpc>
              <a:defRPr sz="5000" b="0" cap="all" baseline="0">
                <a:solidFill>
                  <a:schemeClr val="accent2"/>
                </a:solidFill>
              </a:defRPr>
            </a:lvl1pPr>
          </a:lstStyle>
          <a:p>
            <a:r>
              <a:rPr lang="en-US" dirty="0"/>
              <a:t>ADD TITLE</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8672" y="2099090"/>
            <a:ext cx="1591056" cy="107523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3238352"/>
            <a:ext cx="1714304" cy="2781448"/>
          </a:xfrm>
        </p:spPr>
        <p:txBody>
          <a:bodyPr anchor="ctr">
            <a:noAutofit/>
          </a:bodyPr>
          <a:lstStyle>
            <a:lvl1pPr marL="0" indent="0" algn="ctr">
              <a:buNone/>
              <a:defRPr sz="1600"/>
            </a:lvl1pPr>
          </a:lstStyle>
          <a:p>
            <a:r>
              <a:rPr lang="en-US"/>
              <a:t>Click icon to add picture</a:t>
            </a:r>
            <a:endParaRPr lang="en-US" dirty="0"/>
          </a:p>
        </p:txBody>
      </p:sp>
      <p:sp>
        <p:nvSpPr>
          <p:cNvPr id="6" name="Text Placeholder 6">
            <a:extLst>
              <a:ext uri="{FF2B5EF4-FFF2-40B4-BE49-F238E27FC236}">
                <a16:creationId xmlns:a16="http://schemas.microsoft.com/office/drawing/2014/main" id="{82B4D57F-CB9A-54F9-A996-86273529DF3B}"/>
              </a:ext>
            </a:extLst>
          </p:cNvPr>
          <p:cNvSpPr>
            <a:spLocks noGrp="1"/>
          </p:cNvSpPr>
          <p:nvPr>
            <p:ph type="body" sz="quarter" idx="12" hasCustomPrompt="1"/>
          </p:nvPr>
        </p:nvSpPr>
        <p:spPr>
          <a:xfrm>
            <a:off x="17756" y="6089031"/>
            <a:ext cx="1696817" cy="574675"/>
          </a:xfrm>
        </p:spPr>
        <p:txBody>
          <a:bodyPr lIns="0" tIns="0" rIns="0" bIns="0" anchor="ctr">
            <a:noAutofit/>
          </a:bodyPr>
          <a:lstStyle>
            <a:lvl1pPr marL="0" indent="0" algn="r">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7" name="Text Placeholder 6">
            <a:extLst>
              <a:ext uri="{FF2B5EF4-FFF2-40B4-BE49-F238E27FC236}">
                <a16:creationId xmlns:a16="http://schemas.microsoft.com/office/drawing/2014/main" id="{AA27C059-D8ED-8673-5690-3282BADBCADF}"/>
              </a:ext>
            </a:extLst>
          </p:cNvPr>
          <p:cNvSpPr>
            <a:spLocks noGrp="1"/>
          </p:cNvSpPr>
          <p:nvPr>
            <p:ph type="body" sz="quarter" idx="13" hasCustomPrompt="1"/>
          </p:nvPr>
        </p:nvSpPr>
        <p:spPr>
          <a:xfrm>
            <a:off x="1738618" y="2073738"/>
            <a:ext cx="1730250" cy="574675"/>
          </a:xfrm>
        </p:spPr>
        <p:txBody>
          <a:bodyPr l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48317" y="2712822"/>
            <a:ext cx="1728927" cy="2555204"/>
          </a:xfrm>
        </p:spPr>
        <p:txBody>
          <a:bodyPr anchor="ctr">
            <a:normAutofit/>
          </a:bodyPr>
          <a:lstStyle>
            <a:lvl1pPr marL="0" indent="0" algn="ctr">
              <a:buNone/>
              <a:defRPr sz="1600"/>
            </a:lvl1pPr>
          </a:lstStyle>
          <a:p>
            <a:r>
              <a:rPr lang="en-US"/>
              <a:t>Click icon to add picture</a:t>
            </a:r>
            <a:endParaRPr lang="en-US" dirty="0"/>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812387" y="5341482"/>
            <a:ext cx="1591056"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578611" y="2665773"/>
            <a:ext cx="1591056" cy="107523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511257" y="3816026"/>
            <a:ext cx="1714600" cy="1847158"/>
          </a:xfrm>
        </p:spPr>
        <p:txBody>
          <a:bodyPr anchor="ctr">
            <a:normAutofit/>
          </a:bodyPr>
          <a:lstStyle>
            <a:lvl1pPr marL="0" indent="0" algn="ctr">
              <a:buNone/>
              <a:defRPr sz="1600"/>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2A00296-0CAD-D626-CC8A-4B79A3A279D3}"/>
              </a:ext>
            </a:extLst>
          </p:cNvPr>
          <p:cNvSpPr>
            <a:spLocks noGrp="1"/>
          </p:cNvSpPr>
          <p:nvPr>
            <p:ph type="body" sz="quarter" idx="14" hasCustomPrompt="1"/>
          </p:nvPr>
        </p:nvSpPr>
        <p:spPr>
          <a:xfrm>
            <a:off x="3514485" y="5723664"/>
            <a:ext cx="1714600"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Text Placeholder 6">
            <a:extLst>
              <a:ext uri="{FF2B5EF4-FFF2-40B4-BE49-F238E27FC236}">
                <a16:creationId xmlns:a16="http://schemas.microsoft.com/office/drawing/2014/main" id="{FC8265B3-F2BF-8C6B-EEDD-7FA1DB715B44}"/>
              </a:ext>
            </a:extLst>
          </p:cNvPr>
          <p:cNvSpPr>
            <a:spLocks noGrp="1"/>
          </p:cNvSpPr>
          <p:nvPr>
            <p:ph type="body" sz="quarter" idx="15" hasCustomPrompt="1"/>
          </p:nvPr>
        </p:nvSpPr>
        <p:spPr>
          <a:xfrm>
            <a:off x="5265785" y="1608940"/>
            <a:ext cx="1714599" cy="535073"/>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59870" y="2208047"/>
            <a:ext cx="1714599" cy="2555203"/>
          </a:xfrm>
        </p:spPr>
        <p:txBody>
          <a:bodyPr anchor="ctr">
            <a:normAutofit/>
          </a:bodyPr>
          <a:lstStyle>
            <a:lvl1pPr marL="0" indent="0" algn="ctr">
              <a:buNone/>
              <a:defRPr sz="1600"/>
            </a:lvl1pPr>
          </a:lstStyle>
          <a:p>
            <a:r>
              <a:rPr lang="en-US"/>
              <a:t>Click icon to add picture</a:t>
            </a:r>
            <a:endParaRPr lang="en-US" dirty="0"/>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26269" y="4837677"/>
            <a:ext cx="1587459"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84771" y="1985525"/>
            <a:ext cx="1591056" cy="1082554"/>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7008482" y="3147692"/>
            <a:ext cx="1712513" cy="1833883"/>
          </a:xfrm>
        </p:spPr>
        <p:txBody>
          <a:bodyPr anchor="ctr">
            <a:normAutofit/>
          </a:bodyPr>
          <a:lstStyle>
            <a:lvl1pPr marL="0" indent="0" algn="ctr">
              <a:buNone/>
              <a:defRPr sz="1600"/>
            </a:lvl1pPr>
          </a:lstStyle>
          <a:p>
            <a:r>
              <a:rPr lang="en-US"/>
              <a:t>Click icon to add picture</a:t>
            </a:r>
            <a:endParaRPr lang="en-US" dirty="0"/>
          </a:p>
        </p:txBody>
      </p:sp>
      <p:sp>
        <p:nvSpPr>
          <p:cNvPr id="10" name="Text Placeholder 6">
            <a:extLst>
              <a:ext uri="{FF2B5EF4-FFF2-40B4-BE49-F238E27FC236}">
                <a16:creationId xmlns:a16="http://schemas.microsoft.com/office/drawing/2014/main" id="{2B25F410-780D-C85E-7FAE-378CD11063D0}"/>
              </a:ext>
            </a:extLst>
          </p:cNvPr>
          <p:cNvSpPr>
            <a:spLocks noGrp="1"/>
          </p:cNvSpPr>
          <p:nvPr>
            <p:ph type="body" sz="quarter" idx="16" hasCustomPrompt="1"/>
          </p:nvPr>
        </p:nvSpPr>
        <p:spPr>
          <a:xfrm>
            <a:off x="7015425" y="5036611"/>
            <a:ext cx="1712513"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2433CAB6-44AC-CD1C-D2C2-5187B025B82A}"/>
              </a:ext>
            </a:extLst>
          </p:cNvPr>
          <p:cNvSpPr>
            <a:spLocks noGrp="1"/>
          </p:cNvSpPr>
          <p:nvPr>
            <p:ph type="body" sz="quarter" idx="17" hasCustomPrompt="1"/>
          </p:nvPr>
        </p:nvSpPr>
        <p:spPr>
          <a:xfrm>
            <a:off x="8763978" y="563954"/>
            <a:ext cx="1714599" cy="574675"/>
          </a:xfrm>
        </p:spPr>
        <p:txBody>
          <a:bodyP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55008" y="1198631"/>
            <a:ext cx="1714599" cy="2954269"/>
          </a:xfrm>
        </p:spPr>
        <p:txBody>
          <a:bodyPr anchor="ctr">
            <a:normAutofit/>
          </a:bodyPr>
          <a:lstStyle>
            <a:lvl1pPr marL="0" indent="0" algn="ctr">
              <a:buNone/>
              <a:defRPr sz="1600"/>
            </a:lvl1pPr>
          </a:lstStyle>
          <a:p>
            <a:r>
              <a:rPr lang="en-US"/>
              <a:t>Click icon to add picture</a:t>
            </a:r>
            <a:endParaRPr lang="en-US" dirty="0"/>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16646" y="4230153"/>
            <a:ext cx="1591056"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41759" y="1622876"/>
            <a:ext cx="1591056" cy="108994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503621" y="2785611"/>
            <a:ext cx="1688379" cy="2555204"/>
          </a:xfrm>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FF933B62-8A1A-9AC9-204C-BA2622AA31E4}"/>
              </a:ext>
            </a:extLst>
          </p:cNvPr>
          <p:cNvSpPr>
            <a:spLocks noGrp="1"/>
          </p:cNvSpPr>
          <p:nvPr>
            <p:ph type="body" sz="quarter" idx="39" hasCustomPrompt="1"/>
          </p:nvPr>
        </p:nvSpPr>
        <p:spPr>
          <a:xfrm>
            <a:off x="10503621" y="5407381"/>
            <a:ext cx="1688379"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5" name="Text Placeholder 6">
            <a:extLst>
              <a:ext uri="{FF2B5EF4-FFF2-40B4-BE49-F238E27FC236}">
                <a16:creationId xmlns:a16="http://schemas.microsoft.com/office/drawing/2014/main" id="{BB79CC2F-C039-4C34-3EB1-5535520D66E8}"/>
              </a:ext>
            </a:extLst>
          </p:cNvPr>
          <p:cNvSpPr>
            <a:spLocks noGrp="1"/>
          </p:cNvSpPr>
          <p:nvPr>
            <p:ph type="body" sz="quarter" idx="10" hasCustomPrompt="1"/>
          </p:nvPr>
        </p:nvSpPr>
        <p:spPr>
          <a:xfrm>
            <a:off x="7704957" y="6265767"/>
            <a:ext cx="4163193" cy="574675"/>
          </a:xfrm>
        </p:spPr>
        <p:txBody>
          <a:bodyPr>
            <a:noAutofit/>
          </a:bodyPr>
          <a:lstStyle>
            <a:lvl1pPr marL="0" indent="0" algn="l">
              <a:buNone/>
              <a:defRPr sz="2000" b="1" spc="300" baseline="0">
                <a:solidFill>
                  <a:schemeClr val="accent2"/>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Tree>
    <p:extLst>
      <p:ext uri="{BB962C8B-B14F-4D97-AF65-F5344CB8AC3E}">
        <p14:creationId xmlns:p14="http://schemas.microsoft.com/office/powerpoint/2010/main" val="3877486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_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41853" y="349289"/>
            <a:ext cx="4439994" cy="1709474"/>
          </a:xfrm>
        </p:spPr>
        <p:txBody>
          <a:bodyPr>
            <a:noAutofit/>
          </a:bodyPr>
          <a:lstStyle>
            <a:lvl1pPr algn="l">
              <a:lnSpc>
                <a:spcPct val="80000"/>
              </a:lnSpc>
              <a:defRPr sz="5000" b="0" cap="all" baseline="0">
                <a:solidFill>
                  <a:schemeClr val="accent2"/>
                </a:solidFill>
              </a:defRPr>
            </a:lvl1pPr>
          </a:lstStyle>
          <a:p>
            <a:r>
              <a:rPr lang="en-US" dirty="0"/>
              <a:t>ADD TITLE</a:t>
            </a:r>
          </a:p>
        </p:txBody>
      </p:sp>
      <p:sp>
        <p:nvSpPr>
          <p:cNvPr id="13" name="Text Placeholder 6">
            <a:extLst>
              <a:ext uri="{FF2B5EF4-FFF2-40B4-BE49-F238E27FC236}">
                <a16:creationId xmlns:a16="http://schemas.microsoft.com/office/drawing/2014/main" id="{14571D03-3912-128C-8D30-1EEDCA60CCC0}"/>
              </a:ext>
            </a:extLst>
          </p:cNvPr>
          <p:cNvSpPr>
            <a:spLocks noGrp="1"/>
          </p:cNvSpPr>
          <p:nvPr>
            <p:ph type="body" sz="quarter" idx="18" hasCustomPrompt="1"/>
          </p:nvPr>
        </p:nvSpPr>
        <p:spPr>
          <a:xfrm>
            <a:off x="42965" y="2140182"/>
            <a:ext cx="1614219"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41625" y="2521121"/>
            <a:ext cx="1615658" cy="653205"/>
          </a:xfrm>
          <a:no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3238352"/>
            <a:ext cx="1693599" cy="2781448"/>
          </a:xfrm>
        </p:spPr>
        <p:txBody>
          <a:bodyPr anchor="ctr">
            <a:no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31063" y="2639857"/>
            <a:ext cx="1728927" cy="2555204"/>
          </a:xfrm>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7EA05B06-C5E5-5673-DC81-CB66BFD9422A}"/>
              </a:ext>
            </a:extLst>
          </p:cNvPr>
          <p:cNvSpPr>
            <a:spLocks noGrp="1"/>
          </p:cNvSpPr>
          <p:nvPr>
            <p:ph type="body" sz="quarter" idx="19" hasCustomPrompt="1"/>
          </p:nvPr>
        </p:nvSpPr>
        <p:spPr>
          <a:xfrm>
            <a:off x="1771261" y="5283200"/>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770087" y="5665827"/>
            <a:ext cx="1637262"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5" name="Text Placeholder 6">
            <a:extLst>
              <a:ext uri="{FF2B5EF4-FFF2-40B4-BE49-F238E27FC236}">
                <a16:creationId xmlns:a16="http://schemas.microsoft.com/office/drawing/2014/main" id="{A38DA923-7BD9-8E4D-13E3-451F9146255A}"/>
              </a:ext>
            </a:extLst>
          </p:cNvPr>
          <p:cNvSpPr>
            <a:spLocks noGrp="1"/>
          </p:cNvSpPr>
          <p:nvPr>
            <p:ph type="body" sz="quarter" idx="20" hasCustomPrompt="1"/>
          </p:nvPr>
        </p:nvSpPr>
        <p:spPr>
          <a:xfrm>
            <a:off x="3541509" y="2592199"/>
            <a:ext cx="1627347"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533770" y="2970034"/>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97454" y="3816026"/>
            <a:ext cx="1714600" cy="1847158"/>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49518" y="1836572"/>
            <a:ext cx="1714599" cy="2555203"/>
          </a:xfrm>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7F6E7494-2D33-4F23-B04B-9FE71522F9FC}"/>
              </a:ext>
            </a:extLst>
          </p:cNvPr>
          <p:cNvSpPr>
            <a:spLocks noGrp="1"/>
          </p:cNvSpPr>
          <p:nvPr>
            <p:ph type="body" sz="quarter" idx="21" hasCustomPrompt="1"/>
          </p:nvPr>
        </p:nvSpPr>
        <p:spPr>
          <a:xfrm>
            <a:off x="5285930" y="4465871"/>
            <a:ext cx="1650464"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280642" y="4853410"/>
            <a:ext cx="1645920"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7" name="Text Placeholder 6">
            <a:extLst>
              <a:ext uri="{FF2B5EF4-FFF2-40B4-BE49-F238E27FC236}">
                <a16:creationId xmlns:a16="http://schemas.microsoft.com/office/drawing/2014/main" id="{E7663574-0331-2A27-3254-9D65F05A0CA1}"/>
              </a:ext>
            </a:extLst>
          </p:cNvPr>
          <p:cNvSpPr>
            <a:spLocks noGrp="1"/>
          </p:cNvSpPr>
          <p:nvPr>
            <p:ph type="body" sz="quarter" idx="22" hasCustomPrompt="1"/>
          </p:nvPr>
        </p:nvSpPr>
        <p:spPr>
          <a:xfrm>
            <a:off x="7044780" y="1930948"/>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36004" y="2311094"/>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7001581" y="3147692"/>
            <a:ext cx="1712513" cy="1833883"/>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51558" y="912881"/>
            <a:ext cx="1714599" cy="2954269"/>
          </a:xfrm>
        </p:spPr>
        <p:txBody>
          <a:bodyPr anchor="ctr">
            <a:normAutofit/>
          </a:bodyPr>
          <a:lstStyle>
            <a:lvl1pPr marL="0" indent="0" algn="ctr">
              <a:buNone/>
              <a:defRPr sz="1600"/>
            </a:lvl1pPr>
          </a:lstStyle>
          <a:p>
            <a:r>
              <a:rPr lang="en-US"/>
              <a:t>Click icon to add picture</a:t>
            </a:r>
            <a:endParaRPr lang="en-US" dirty="0"/>
          </a:p>
        </p:txBody>
      </p:sp>
      <p:sp>
        <p:nvSpPr>
          <p:cNvPr id="18" name="Text Placeholder 6">
            <a:extLst>
              <a:ext uri="{FF2B5EF4-FFF2-40B4-BE49-F238E27FC236}">
                <a16:creationId xmlns:a16="http://schemas.microsoft.com/office/drawing/2014/main" id="{B4B87247-E9C1-A9FC-156A-D7CE28F76699}"/>
              </a:ext>
            </a:extLst>
          </p:cNvPr>
          <p:cNvSpPr>
            <a:spLocks noGrp="1"/>
          </p:cNvSpPr>
          <p:nvPr>
            <p:ph type="body" sz="quarter" idx="23" hasCustomPrompt="1"/>
          </p:nvPr>
        </p:nvSpPr>
        <p:spPr>
          <a:xfrm>
            <a:off x="8804671" y="3966198"/>
            <a:ext cx="1637794"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02641" y="4335080"/>
            <a:ext cx="1645920"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9" name="Text Placeholder 6">
            <a:extLst>
              <a:ext uri="{FF2B5EF4-FFF2-40B4-BE49-F238E27FC236}">
                <a16:creationId xmlns:a16="http://schemas.microsoft.com/office/drawing/2014/main" id="{3C2E5A00-52D0-BE21-D13F-C508F7DB5656}"/>
              </a:ext>
            </a:extLst>
          </p:cNvPr>
          <p:cNvSpPr>
            <a:spLocks noGrp="1"/>
          </p:cNvSpPr>
          <p:nvPr>
            <p:ph type="body" sz="quarter" idx="24" hasCustomPrompt="1"/>
          </p:nvPr>
        </p:nvSpPr>
        <p:spPr>
          <a:xfrm>
            <a:off x="10514801" y="1573615"/>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16499" y="1961472"/>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503621" y="2785611"/>
            <a:ext cx="1688379" cy="2555204"/>
          </a:xfrm>
        </p:spPr>
        <p:txBody>
          <a:bodyPr anchor="ctr">
            <a:normAutofit/>
          </a:bodyPr>
          <a:lstStyle>
            <a:lvl1pPr marL="0" indent="0" algn="ctr">
              <a:buNone/>
              <a:defRPr sz="1600"/>
            </a:lvl1pPr>
          </a:lstStyle>
          <a:p>
            <a:r>
              <a:rPr lang="en-US"/>
              <a:t>Click icon to add picture</a:t>
            </a:r>
            <a:endParaRPr lang="en-US" dirty="0"/>
          </a:p>
        </p:txBody>
      </p:sp>
      <p:sp>
        <p:nvSpPr>
          <p:cNvPr id="5" name="Text Placeholder 6">
            <a:extLst>
              <a:ext uri="{FF2B5EF4-FFF2-40B4-BE49-F238E27FC236}">
                <a16:creationId xmlns:a16="http://schemas.microsoft.com/office/drawing/2014/main" id="{BB79CC2F-C039-4C34-3EB1-5535520D66E8}"/>
              </a:ext>
            </a:extLst>
          </p:cNvPr>
          <p:cNvSpPr>
            <a:spLocks noGrp="1"/>
          </p:cNvSpPr>
          <p:nvPr>
            <p:ph type="body" sz="quarter" idx="10" hasCustomPrompt="1"/>
          </p:nvPr>
        </p:nvSpPr>
        <p:spPr>
          <a:xfrm>
            <a:off x="7704957" y="6265767"/>
            <a:ext cx="4163193" cy="574675"/>
          </a:xfrm>
        </p:spPr>
        <p:txBody>
          <a:bodyPr>
            <a:noAutofit/>
          </a:bodyPr>
          <a:lstStyle>
            <a:lvl1pPr marL="0" indent="0" algn="l">
              <a:buNone/>
              <a:defRPr sz="2000" b="1" spc="300" baseline="0">
                <a:solidFill>
                  <a:schemeClr val="accent2"/>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Tree>
    <p:extLst>
      <p:ext uri="{BB962C8B-B14F-4D97-AF65-F5344CB8AC3E}">
        <p14:creationId xmlns:p14="http://schemas.microsoft.com/office/powerpoint/2010/main" val="2474311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94C4A8-C2EB-4D2A-A43E-BE19EA9AE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4D2742BD-2E9C-46B7-AFF7-A440C094D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3DB3F001-24C4-4191-A568-B1096B9ABF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C9F280-24DB-415F-8DF8-72D7FF3C4BF0}" type="datetimeFigureOut">
              <a:rPr lang="en-US" noProof="0" smtClean="0"/>
              <a:t>10/28/2025</a:t>
            </a:fld>
            <a:endParaRPr lang="en-US" noProof="0" dirty="0"/>
          </a:p>
        </p:txBody>
      </p:sp>
      <p:sp>
        <p:nvSpPr>
          <p:cNvPr id="5" name="Footer Placeholder 4">
            <a:extLst>
              <a:ext uri="{FF2B5EF4-FFF2-40B4-BE49-F238E27FC236}">
                <a16:creationId xmlns:a16="http://schemas.microsoft.com/office/drawing/2014/main" id="{E13E5E6E-ED1A-4700-A7E8-68DEBCDD6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552E6C46-B63C-4A83-8155-0AE7FABAD9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A9A2B-DCEA-459B-8067-44D042050D8C}" type="slidenum">
              <a:rPr lang="en-US" noProof="0" smtClean="0"/>
              <a:t>‹#›</a:t>
            </a:fld>
            <a:endParaRPr lang="en-US" noProof="0" dirty="0"/>
          </a:p>
        </p:txBody>
      </p:sp>
    </p:spTree>
    <p:extLst>
      <p:ext uri="{BB962C8B-B14F-4D97-AF65-F5344CB8AC3E}">
        <p14:creationId xmlns:p14="http://schemas.microsoft.com/office/powerpoint/2010/main" val="1401011559"/>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2" r:id="rId5"/>
    <p:sldLayoutId id="2147483664" r:id="rId6"/>
    <p:sldLayoutId id="2147483665" r:id="rId7"/>
    <p:sldLayoutId id="2147483666" r:id="rId8"/>
    <p:sldLayoutId id="2147483667" r:id="rId9"/>
    <p:sldLayoutId id="2147483668" r:id="rId10"/>
  </p:sldLayoutIdLst>
  <p:txStyles>
    <p:titleStyle>
      <a:lvl1pPr algn="l" defTabSz="914400" rtl="0" eaLnBrk="1" latinLnBrk="0" hangingPunct="1">
        <a:lnSpc>
          <a:spcPct val="90000"/>
        </a:lnSpc>
        <a:spcBef>
          <a:spcPct val="0"/>
        </a:spcBef>
        <a:buNone/>
        <a:defRPr sz="27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0BEC1-EF35-BAB3-C2F4-C39A61F3E9D7}"/>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F0AD177D-407F-4CF9-DAF9-100C008DC6D8}"/>
              </a:ext>
            </a:extLst>
          </p:cNvPr>
          <p:cNvSpPr>
            <a:spLocks noGrp="1"/>
          </p:cNvSpPr>
          <p:nvPr>
            <p:ph type="body" sz="quarter" idx="10"/>
          </p:nvPr>
        </p:nvSpPr>
        <p:spPr/>
        <p:txBody>
          <a:bodyPr/>
          <a:lstStyle/>
          <a:p>
            <a:r>
              <a:rPr lang="en-US" dirty="0"/>
              <a:t>Birth of AI(1950</a:t>
            </a:r>
            <a:r>
              <a:rPr lang="en-US" sz="1000" dirty="0"/>
              <a:t>s</a:t>
            </a:r>
            <a:r>
              <a:rPr lang="en-US" dirty="0"/>
              <a:t>)</a:t>
            </a:r>
          </a:p>
        </p:txBody>
      </p:sp>
      <p:sp>
        <p:nvSpPr>
          <p:cNvPr id="34" name="Text Placeholder 33">
            <a:extLst>
              <a:ext uri="{FF2B5EF4-FFF2-40B4-BE49-F238E27FC236}">
                <a16:creationId xmlns:a16="http://schemas.microsoft.com/office/drawing/2014/main" id="{69E5FFD3-F65E-BE06-4FE1-91AACD4B60E6}"/>
              </a:ext>
            </a:extLst>
          </p:cNvPr>
          <p:cNvSpPr>
            <a:spLocks noGrp="1"/>
          </p:cNvSpPr>
          <p:nvPr>
            <p:ph type="body" sz="quarter" idx="11"/>
          </p:nvPr>
        </p:nvSpPr>
        <p:spPr/>
        <p:txBody>
          <a:bodyPr/>
          <a:lstStyle/>
          <a:p>
            <a:r>
              <a:rPr lang="en-US" dirty="0"/>
              <a:t>1950</a:t>
            </a:r>
          </a:p>
        </p:txBody>
      </p:sp>
      <p:sp>
        <p:nvSpPr>
          <p:cNvPr id="35" name="Text Placeholder 34">
            <a:extLst>
              <a:ext uri="{FF2B5EF4-FFF2-40B4-BE49-F238E27FC236}">
                <a16:creationId xmlns:a16="http://schemas.microsoft.com/office/drawing/2014/main" id="{409E85C6-B199-D5DD-3ADA-6F246660BE51}"/>
              </a:ext>
            </a:extLst>
          </p:cNvPr>
          <p:cNvSpPr>
            <a:spLocks noGrp="1"/>
          </p:cNvSpPr>
          <p:nvPr>
            <p:ph type="body" sz="quarter" idx="12"/>
          </p:nvPr>
        </p:nvSpPr>
        <p:spPr/>
        <p:txBody>
          <a:bodyPr/>
          <a:lstStyle/>
          <a:p>
            <a:r>
              <a:rPr lang="en-US" dirty="0"/>
              <a:t>1956</a:t>
            </a:r>
          </a:p>
        </p:txBody>
      </p:sp>
      <p:sp>
        <p:nvSpPr>
          <p:cNvPr id="41" name="Text Placeholder 40">
            <a:extLst>
              <a:ext uri="{FF2B5EF4-FFF2-40B4-BE49-F238E27FC236}">
                <a16:creationId xmlns:a16="http://schemas.microsoft.com/office/drawing/2014/main" id="{3804AD15-D323-4A41-5731-8AF7C9BD3C5F}"/>
              </a:ext>
            </a:extLst>
          </p:cNvPr>
          <p:cNvSpPr>
            <a:spLocks noGrp="1"/>
          </p:cNvSpPr>
          <p:nvPr>
            <p:ph type="body" sz="quarter" idx="18"/>
          </p:nvPr>
        </p:nvSpPr>
        <p:spPr>
          <a:xfrm>
            <a:off x="234325" y="2615508"/>
            <a:ext cx="1709928" cy="677239"/>
          </a:xfrm>
        </p:spPr>
        <p:txBody>
          <a:bodyPr/>
          <a:lstStyle/>
          <a:p>
            <a:r>
              <a:rPr lang="en-US" dirty="0"/>
              <a:t>Turing test</a:t>
            </a:r>
          </a:p>
        </p:txBody>
      </p:sp>
      <p:sp>
        <p:nvSpPr>
          <p:cNvPr id="42" name="Text Placeholder 41">
            <a:extLst>
              <a:ext uri="{FF2B5EF4-FFF2-40B4-BE49-F238E27FC236}">
                <a16:creationId xmlns:a16="http://schemas.microsoft.com/office/drawing/2014/main" id="{60C2C10E-A9DF-0A88-FD06-AAED373E6F7B}"/>
              </a:ext>
            </a:extLst>
          </p:cNvPr>
          <p:cNvSpPr>
            <a:spLocks noGrp="1"/>
          </p:cNvSpPr>
          <p:nvPr>
            <p:ph type="body" sz="quarter" idx="19"/>
          </p:nvPr>
        </p:nvSpPr>
        <p:spPr>
          <a:xfrm>
            <a:off x="2072032" y="2615508"/>
            <a:ext cx="1624470" cy="677239"/>
          </a:xfrm>
        </p:spPr>
        <p:txBody>
          <a:bodyPr/>
          <a:lstStyle/>
          <a:p>
            <a:r>
              <a:rPr lang="en-US" dirty="0"/>
              <a:t>Dartmouth</a:t>
            </a:r>
          </a:p>
          <a:p>
            <a:r>
              <a:rPr lang="en-US" dirty="0"/>
              <a:t>conference</a:t>
            </a:r>
          </a:p>
        </p:txBody>
      </p:sp>
      <p:sp>
        <p:nvSpPr>
          <p:cNvPr id="48" name="Text Placeholder 47">
            <a:extLst>
              <a:ext uri="{FF2B5EF4-FFF2-40B4-BE49-F238E27FC236}">
                <a16:creationId xmlns:a16="http://schemas.microsoft.com/office/drawing/2014/main" id="{DD3071A1-5C84-4F98-C92F-D6D09598D858}"/>
              </a:ext>
            </a:extLst>
          </p:cNvPr>
          <p:cNvSpPr>
            <a:spLocks noGrp="1"/>
          </p:cNvSpPr>
          <p:nvPr>
            <p:ph type="body" sz="quarter" idx="25"/>
          </p:nvPr>
        </p:nvSpPr>
        <p:spPr/>
        <p:txBody>
          <a:bodyPr/>
          <a:lstStyle/>
          <a:p>
            <a:r>
              <a:rPr lang="en-US" i="1" dirty="0"/>
              <a:t>Turing Test proposed by Alan Turing</a:t>
            </a:r>
            <a:endParaRPr lang="en-US" dirty="0"/>
          </a:p>
        </p:txBody>
      </p:sp>
      <p:sp>
        <p:nvSpPr>
          <p:cNvPr id="49" name="Text Placeholder 48">
            <a:extLst>
              <a:ext uri="{FF2B5EF4-FFF2-40B4-BE49-F238E27FC236}">
                <a16:creationId xmlns:a16="http://schemas.microsoft.com/office/drawing/2014/main" id="{B467735C-B175-F6AB-DCAA-503500275376}"/>
              </a:ext>
            </a:extLst>
          </p:cNvPr>
          <p:cNvSpPr>
            <a:spLocks noGrp="1"/>
          </p:cNvSpPr>
          <p:nvPr>
            <p:ph type="body" sz="quarter" idx="26"/>
          </p:nvPr>
        </p:nvSpPr>
        <p:spPr/>
        <p:txBody>
          <a:bodyPr/>
          <a:lstStyle/>
          <a:p>
            <a:r>
              <a:rPr lang="en-US" dirty="0"/>
              <a:t>Term “Artificial Intelligence” coined by John McCarthy.</a:t>
            </a:r>
            <a:br>
              <a:rPr lang="en-US" dirty="0"/>
            </a:br>
            <a:endParaRPr lang="en-US" dirty="0"/>
          </a:p>
        </p:txBody>
      </p:sp>
      <p:cxnSp>
        <p:nvCxnSpPr>
          <p:cNvPr id="197" name="Straight Connector 196">
            <a:extLst>
              <a:ext uri="{FF2B5EF4-FFF2-40B4-BE49-F238E27FC236}">
                <a16:creationId xmlns:a16="http://schemas.microsoft.com/office/drawing/2014/main" id="{1F381126-271C-1720-6DED-3BE35E703848}"/>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2D12B516-AE4B-E99D-87BC-5CFB36C71D26}"/>
              </a:ext>
              <a:ext uri="{C183D7F6-B498-43B3-948B-1728B52AA6E4}">
                <adec:decorative xmlns:adec="http://schemas.microsoft.com/office/drawing/2017/decorative" val="1"/>
              </a:ext>
            </a:extLst>
          </p:cNvPr>
          <p:cNvSpPr/>
          <p:nvPr/>
        </p:nvSpPr>
        <p:spPr>
          <a:xfrm>
            <a:off x="488411" y="3276098"/>
            <a:ext cx="161832" cy="161832"/>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Oval 198">
            <a:extLst>
              <a:ext uri="{FF2B5EF4-FFF2-40B4-BE49-F238E27FC236}">
                <a16:creationId xmlns:a16="http://schemas.microsoft.com/office/drawing/2014/main" id="{73AB57EF-D66D-7698-9C70-CA3208C722DE}"/>
              </a:ext>
              <a:ext uri="{C183D7F6-B498-43B3-948B-1728B52AA6E4}">
                <adec:decorative xmlns:adec="http://schemas.microsoft.com/office/drawing/2017/decorative" val="1"/>
              </a:ext>
            </a:extLst>
          </p:cNvPr>
          <p:cNvSpPr/>
          <p:nvPr/>
        </p:nvSpPr>
        <p:spPr>
          <a:xfrm>
            <a:off x="2126969" y="3276098"/>
            <a:ext cx="161832" cy="161832"/>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 name="Text Placeholder 3">
            <a:extLst>
              <a:ext uri="{FF2B5EF4-FFF2-40B4-BE49-F238E27FC236}">
                <a16:creationId xmlns:a16="http://schemas.microsoft.com/office/drawing/2014/main" id="{788F6780-F1F1-CCDE-1FF2-81295CAE329D}"/>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24C4EF01-2F71-FBDC-DA21-E0C55C1449FF}"/>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FEA67862-7E36-EE3B-E7EA-9F008BF413E0}"/>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8C8364B0-AB38-B6A0-59E6-0A4ECCBAFE0A}"/>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F99B2768-52BC-6E6E-45B1-B85E6D104ADB}"/>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508F4A8A-D421-4F84-8473-CCB40D25B00D}"/>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4963B2CB-A6FD-9103-70F9-C4BA61186FFF}"/>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2BB1B0F5-8ACF-3AF3-6516-C636A1F17B6F}"/>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FC34B72B-7680-FDDC-E832-5A8FA0A7FD89}"/>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7E2F687E-DDFA-5F0F-643C-6FC6DF370907}"/>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057C4E00-264D-CAE2-876E-47C82A7CCC74}"/>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E0BC4C34-E498-AD1B-184A-5A00E2EFE06E}"/>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68BC2F23-BA8C-FC3E-A299-6C3B543AADFA}"/>
              </a:ext>
            </a:extLst>
          </p:cNvPr>
          <p:cNvSpPr>
            <a:spLocks noGrp="1"/>
          </p:cNvSpPr>
          <p:nvPr>
            <p:ph type="body" sz="quarter" idx="29"/>
          </p:nvPr>
        </p:nvSpPr>
        <p:spPr/>
        <p:txBody>
          <a:bodyPr/>
          <a:lstStyle/>
          <a:p>
            <a:endParaRPr lang="en-US"/>
          </a:p>
        </p:txBody>
      </p:sp>
      <p:sp>
        <p:nvSpPr>
          <p:cNvPr id="30" name="Text Placeholder 29">
            <a:extLst>
              <a:ext uri="{FF2B5EF4-FFF2-40B4-BE49-F238E27FC236}">
                <a16:creationId xmlns:a16="http://schemas.microsoft.com/office/drawing/2014/main" id="{F3A40FA9-3A37-81C8-286F-9CE405463847}"/>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40EBC7BA-97D9-4E9F-9EC5-4993875DCA51}"/>
              </a:ext>
            </a:extLst>
          </p:cNvPr>
          <p:cNvSpPr>
            <a:spLocks noGrp="1"/>
          </p:cNvSpPr>
          <p:nvPr>
            <p:ph type="body" sz="quarter" idx="31"/>
          </p:nvPr>
        </p:nvSpPr>
        <p:spPr/>
        <p:txBody>
          <a:bodyPr/>
          <a:lstStyle/>
          <a:p>
            <a:endParaRPr lang="en-US"/>
          </a:p>
        </p:txBody>
      </p:sp>
      <p:sp>
        <p:nvSpPr>
          <p:cNvPr id="56" name="Picture Placeholder 55">
            <a:extLst>
              <a:ext uri="{FF2B5EF4-FFF2-40B4-BE49-F238E27FC236}">
                <a16:creationId xmlns:a16="http://schemas.microsoft.com/office/drawing/2014/main" id="{078F1D8E-371A-DE08-6CE5-CEA37A86C241}"/>
              </a:ext>
            </a:extLst>
          </p:cNvPr>
          <p:cNvSpPr>
            <a:spLocks noGrp="1"/>
          </p:cNvSpPr>
          <p:nvPr>
            <p:ph type="pic" sz="quarter" idx="35"/>
          </p:nvPr>
        </p:nvSpPr>
        <p:spPr/>
        <p:txBody>
          <a:bodyPr/>
          <a:lstStyle/>
          <a:p>
            <a:endParaRPr lang="en-US"/>
          </a:p>
        </p:txBody>
      </p:sp>
      <p:sp>
        <p:nvSpPr>
          <p:cNvPr id="58" name="Picture Placeholder 57">
            <a:extLst>
              <a:ext uri="{FF2B5EF4-FFF2-40B4-BE49-F238E27FC236}">
                <a16:creationId xmlns:a16="http://schemas.microsoft.com/office/drawing/2014/main" id="{11FE4AEA-73F6-214F-69D5-DDBD5300EF00}"/>
              </a:ext>
            </a:extLst>
          </p:cNvPr>
          <p:cNvSpPr>
            <a:spLocks noGrp="1"/>
          </p:cNvSpPr>
          <p:nvPr>
            <p:ph type="pic" sz="quarter" idx="36"/>
          </p:nvPr>
        </p:nvSpPr>
        <p:spPr/>
        <p:txBody>
          <a:bodyPr/>
          <a:lstStyle/>
          <a:p>
            <a:endParaRPr lang="en-US"/>
          </a:p>
        </p:txBody>
      </p:sp>
      <p:sp>
        <p:nvSpPr>
          <p:cNvPr id="60" name="Picture Placeholder 59">
            <a:extLst>
              <a:ext uri="{FF2B5EF4-FFF2-40B4-BE49-F238E27FC236}">
                <a16:creationId xmlns:a16="http://schemas.microsoft.com/office/drawing/2014/main" id="{B354B08F-119D-9AC3-A3E6-0C23B6D8C591}"/>
              </a:ext>
            </a:extLst>
          </p:cNvPr>
          <p:cNvSpPr>
            <a:spLocks noGrp="1"/>
          </p:cNvSpPr>
          <p:nvPr>
            <p:ph type="pic" sz="quarter" idx="37"/>
          </p:nvPr>
        </p:nvSpPr>
        <p:spPr/>
        <p:txBody>
          <a:bodyPr/>
          <a:lstStyle/>
          <a:p>
            <a:endParaRPr lang="en-US"/>
          </a:p>
        </p:txBody>
      </p:sp>
      <p:sp>
        <p:nvSpPr>
          <p:cNvPr id="62" name="Picture Placeholder 61">
            <a:extLst>
              <a:ext uri="{FF2B5EF4-FFF2-40B4-BE49-F238E27FC236}">
                <a16:creationId xmlns:a16="http://schemas.microsoft.com/office/drawing/2014/main" id="{D27C3188-EABC-3108-1576-D80F96894CDE}"/>
              </a:ext>
            </a:extLst>
          </p:cNvPr>
          <p:cNvSpPr>
            <a:spLocks noGrp="1"/>
          </p:cNvSpPr>
          <p:nvPr>
            <p:ph type="pic" sz="quarter" idx="38"/>
          </p:nvPr>
        </p:nvSpPr>
        <p:spPr/>
        <p:txBody>
          <a:bodyPr/>
          <a:lstStyle/>
          <a:p>
            <a:endParaRPr lang="en-US"/>
          </a:p>
        </p:txBody>
      </p:sp>
      <p:sp>
        <p:nvSpPr>
          <p:cNvPr id="64" name="Picture Placeholder 63">
            <a:extLst>
              <a:ext uri="{FF2B5EF4-FFF2-40B4-BE49-F238E27FC236}">
                <a16:creationId xmlns:a16="http://schemas.microsoft.com/office/drawing/2014/main" id="{2874F9E1-9F8B-F1F1-AF4B-D6411CB55E71}"/>
              </a:ext>
            </a:extLst>
          </p:cNvPr>
          <p:cNvSpPr>
            <a:spLocks noGrp="1"/>
          </p:cNvSpPr>
          <p:nvPr>
            <p:ph type="pic" sz="quarter" idx="33"/>
          </p:nvPr>
        </p:nvSpPr>
        <p:spPr/>
        <p:txBody>
          <a:bodyPr/>
          <a:lstStyle/>
          <a:p>
            <a:endParaRPr lang="en-US"/>
          </a:p>
        </p:txBody>
      </p:sp>
      <p:sp>
        <p:nvSpPr>
          <p:cNvPr id="66" name="Picture Placeholder 65">
            <a:extLst>
              <a:ext uri="{FF2B5EF4-FFF2-40B4-BE49-F238E27FC236}">
                <a16:creationId xmlns:a16="http://schemas.microsoft.com/office/drawing/2014/main" id="{25F1BD4B-6874-F959-54A9-E77F0C054094}"/>
              </a:ext>
            </a:extLst>
          </p:cNvPr>
          <p:cNvSpPr>
            <a:spLocks noGrp="1"/>
          </p:cNvSpPr>
          <p:nvPr>
            <p:ph type="pic" sz="quarter" idx="32"/>
          </p:nvPr>
        </p:nvSpPr>
        <p:spPr/>
        <p:txBody>
          <a:bodyPr/>
          <a:lstStyle/>
          <a:p>
            <a:endParaRPr lang="en-US"/>
          </a:p>
        </p:txBody>
      </p:sp>
      <p:pic>
        <p:nvPicPr>
          <p:cNvPr id="1026" name="Picture 2" descr="Alan Turing">
            <a:extLst>
              <a:ext uri="{FF2B5EF4-FFF2-40B4-BE49-F238E27FC236}">
                <a16:creationId xmlns:a16="http://schemas.microsoft.com/office/drawing/2014/main" id="{52FE6801-8187-9BC7-D804-11692BF0A3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50" y="5001864"/>
            <a:ext cx="1638978" cy="1856136"/>
          </a:xfrm>
          <a:prstGeom prst="rect">
            <a:avLst/>
          </a:prstGeom>
          <a:noFill/>
          <a:extLst>
            <a:ext uri="{909E8E84-426E-40DD-AFC4-6F175D3DCCD1}">
              <a14:hiddenFill xmlns:a14="http://schemas.microsoft.com/office/drawing/2010/main">
                <a:solidFill>
                  <a:srgbClr val="FFFFFF"/>
                </a:solidFill>
              </a14:hiddenFill>
            </a:ext>
          </a:extLst>
        </p:spPr>
      </p:pic>
      <p:sp>
        <p:nvSpPr>
          <p:cNvPr id="68" name="Picture Placeholder 67">
            <a:extLst>
              <a:ext uri="{FF2B5EF4-FFF2-40B4-BE49-F238E27FC236}">
                <a16:creationId xmlns:a16="http://schemas.microsoft.com/office/drawing/2014/main" id="{043BB552-4D97-250A-CEA0-009A834E5FA2}"/>
              </a:ext>
            </a:extLst>
          </p:cNvPr>
          <p:cNvSpPr>
            <a:spLocks noGrp="1"/>
          </p:cNvSpPr>
          <p:nvPr>
            <p:ph type="pic" sz="quarter" idx="34"/>
          </p:nvPr>
        </p:nvSpPr>
        <p:spPr/>
        <p:txBody>
          <a:bodyPr/>
          <a:lstStyle/>
          <a:p>
            <a:endParaRPr lang="en-US"/>
          </a:p>
        </p:txBody>
      </p:sp>
      <p:pic>
        <p:nvPicPr>
          <p:cNvPr id="1028" name="Picture 4">
            <a:extLst>
              <a:ext uri="{FF2B5EF4-FFF2-40B4-BE49-F238E27FC236}">
                <a16:creationId xmlns:a16="http://schemas.microsoft.com/office/drawing/2014/main" id="{7C78F86D-AB86-54B1-3B79-8305BE129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1883" y="3588497"/>
            <a:ext cx="4228756" cy="3171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309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8C09-E23F-835F-C171-774E88537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3A932-720F-E901-4369-50E3DD8D8EC4}"/>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4A84DB55-B1A4-FFD0-8A05-93F2AC8E219D}"/>
              </a:ext>
            </a:extLst>
          </p:cNvPr>
          <p:cNvSpPr>
            <a:spLocks noGrp="1"/>
          </p:cNvSpPr>
          <p:nvPr>
            <p:ph type="body" sz="quarter" idx="10"/>
          </p:nvPr>
        </p:nvSpPr>
        <p:spPr/>
        <p:txBody>
          <a:bodyPr/>
          <a:lstStyle/>
          <a:p>
            <a:r>
              <a:rPr lang="en-US" dirty="0"/>
              <a:t>Early Optimism (1960</a:t>
            </a:r>
            <a:r>
              <a:rPr lang="en-US" sz="1200" dirty="0"/>
              <a:t>s</a:t>
            </a:r>
            <a:r>
              <a:rPr lang="en-US" dirty="0"/>
              <a:t>)</a:t>
            </a:r>
          </a:p>
        </p:txBody>
      </p:sp>
      <p:cxnSp>
        <p:nvCxnSpPr>
          <p:cNvPr id="197" name="Straight Connector 196">
            <a:extLst>
              <a:ext uri="{FF2B5EF4-FFF2-40B4-BE49-F238E27FC236}">
                <a16:creationId xmlns:a16="http://schemas.microsoft.com/office/drawing/2014/main" id="{B7450116-FA6E-A891-5A20-17D9D7773E29}"/>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B902C7F-C479-1694-EB61-49EC5EFE9D07}"/>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74B9D48B-16AE-FFEA-7933-37F99728CC2F}"/>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560B7310-797C-59D3-C38C-EC527C857002}"/>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84C8415E-7A3B-EA19-0CE5-1C410FFD36C0}"/>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7511A075-D63B-8C67-0BCC-82E17B849BDB}"/>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4FD7A5E4-3334-D20F-02C3-E7C270DBA683}"/>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4FB88588-6A0E-97CD-3575-4B01CDED9E8D}"/>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BFE7C52B-80CF-45CB-86E5-344C7090227F}"/>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9FB9A9C7-BFA5-5AAA-28BC-98DDCCF3BF19}"/>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88DCAA62-C749-1DDE-CCFC-E780428E05BD}"/>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9DE8BA70-749B-06D6-7BBB-BE932BD75148}"/>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3106A1C5-1914-02BF-87CB-AF7E2C8767A2}"/>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452E183C-2171-B812-9A96-F757FAE13392}"/>
              </a:ext>
            </a:extLst>
          </p:cNvPr>
          <p:cNvSpPr>
            <a:spLocks noGrp="1"/>
          </p:cNvSpPr>
          <p:nvPr>
            <p:ph type="body" sz="quarter" idx="29"/>
          </p:nvPr>
        </p:nvSpPr>
        <p:spPr>
          <a:xfrm>
            <a:off x="6432073" y="3269503"/>
            <a:ext cx="1516483" cy="1176023"/>
          </a:xfrm>
        </p:spPr>
        <p:txBody>
          <a:bodyPr/>
          <a:lstStyle/>
          <a:p>
            <a:endParaRPr lang="en-US"/>
          </a:p>
        </p:txBody>
      </p:sp>
      <p:sp>
        <p:nvSpPr>
          <p:cNvPr id="30" name="Text Placeholder 29">
            <a:extLst>
              <a:ext uri="{FF2B5EF4-FFF2-40B4-BE49-F238E27FC236}">
                <a16:creationId xmlns:a16="http://schemas.microsoft.com/office/drawing/2014/main" id="{F9A22AD3-E207-306A-98DF-CBD789FA9C2A}"/>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6320E4FF-F613-52B5-DE19-49C5BD5CCD92}"/>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2D08F3A8-779E-ADFB-3DED-61E09D44420A}"/>
              </a:ext>
            </a:extLst>
          </p:cNvPr>
          <p:cNvSpPr>
            <a:spLocks noGrp="1"/>
          </p:cNvSpPr>
          <p:nvPr>
            <p:ph type="body" sz="quarter" idx="11"/>
          </p:nvPr>
        </p:nvSpPr>
        <p:spPr/>
        <p:txBody>
          <a:bodyPr/>
          <a:lstStyle/>
          <a:p>
            <a:r>
              <a:rPr lang="en-US" dirty="0"/>
              <a:t>1966</a:t>
            </a:r>
          </a:p>
        </p:txBody>
      </p:sp>
      <p:sp>
        <p:nvSpPr>
          <p:cNvPr id="9" name="Text Placeholder 8">
            <a:extLst>
              <a:ext uri="{FF2B5EF4-FFF2-40B4-BE49-F238E27FC236}">
                <a16:creationId xmlns:a16="http://schemas.microsoft.com/office/drawing/2014/main" id="{690D2465-DFB3-37C8-9936-D25238EA17F7}"/>
              </a:ext>
            </a:extLst>
          </p:cNvPr>
          <p:cNvSpPr>
            <a:spLocks noGrp="1"/>
          </p:cNvSpPr>
          <p:nvPr>
            <p:ph type="body" sz="quarter" idx="12"/>
          </p:nvPr>
        </p:nvSpPr>
        <p:spPr/>
        <p:txBody>
          <a:bodyPr/>
          <a:lstStyle/>
          <a:p>
            <a:r>
              <a:rPr lang="en-US" dirty="0"/>
              <a:t>1969</a:t>
            </a:r>
          </a:p>
        </p:txBody>
      </p:sp>
      <p:sp>
        <p:nvSpPr>
          <p:cNvPr id="13" name="Text Placeholder 12">
            <a:extLst>
              <a:ext uri="{FF2B5EF4-FFF2-40B4-BE49-F238E27FC236}">
                <a16:creationId xmlns:a16="http://schemas.microsoft.com/office/drawing/2014/main" id="{019E2E0D-28F6-21EA-A0BE-7DB6323738B4}"/>
              </a:ext>
            </a:extLst>
          </p:cNvPr>
          <p:cNvSpPr>
            <a:spLocks noGrp="1"/>
          </p:cNvSpPr>
          <p:nvPr>
            <p:ph type="body" sz="quarter" idx="18"/>
          </p:nvPr>
        </p:nvSpPr>
        <p:spPr/>
        <p:txBody>
          <a:bodyPr/>
          <a:lstStyle/>
          <a:p>
            <a:r>
              <a:rPr lang="en-US" i="1" dirty="0"/>
              <a:t>ELIZA chatbot</a:t>
            </a:r>
            <a:endParaRPr lang="en-US" dirty="0"/>
          </a:p>
          <a:p>
            <a:endParaRPr lang="en-US" dirty="0"/>
          </a:p>
        </p:txBody>
      </p:sp>
      <p:sp>
        <p:nvSpPr>
          <p:cNvPr id="17" name="Text Placeholder 16">
            <a:extLst>
              <a:ext uri="{FF2B5EF4-FFF2-40B4-BE49-F238E27FC236}">
                <a16:creationId xmlns:a16="http://schemas.microsoft.com/office/drawing/2014/main" id="{94D9F2F2-F0C0-B22F-A4A4-86E880031A2A}"/>
              </a:ext>
            </a:extLst>
          </p:cNvPr>
          <p:cNvSpPr>
            <a:spLocks noGrp="1"/>
          </p:cNvSpPr>
          <p:nvPr>
            <p:ph type="body" sz="quarter" idx="19"/>
          </p:nvPr>
        </p:nvSpPr>
        <p:spPr/>
        <p:txBody>
          <a:bodyPr/>
          <a:lstStyle/>
          <a:p>
            <a:r>
              <a:rPr lang="en-US" dirty="0"/>
              <a:t>Shakey the Robot</a:t>
            </a:r>
          </a:p>
        </p:txBody>
      </p:sp>
      <p:sp>
        <p:nvSpPr>
          <p:cNvPr id="21" name="Text Placeholder 20">
            <a:extLst>
              <a:ext uri="{FF2B5EF4-FFF2-40B4-BE49-F238E27FC236}">
                <a16:creationId xmlns:a16="http://schemas.microsoft.com/office/drawing/2014/main" id="{1D0D2EAA-8A47-AAE8-2D76-AD17A818B147}"/>
              </a:ext>
            </a:extLst>
          </p:cNvPr>
          <p:cNvSpPr>
            <a:spLocks noGrp="1"/>
          </p:cNvSpPr>
          <p:nvPr>
            <p:ph type="body" sz="quarter" idx="25"/>
          </p:nvPr>
        </p:nvSpPr>
        <p:spPr/>
        <p:txBody>
          <a:bodyPr/>
          <a:lstStyle/>
          <a:p>
            <a:r>
              <a:rPr lang="en-US" dirty="0"/>
              <a:t>Simulated conversation—an early glimpse of NLP.</a:t>
            </a:r>
          </a:p>
        </p:txBody>
      </p:sp>
      <p:sp>
        <p:nvSpPr>
          <p:cNvPr id="25" name="Text Placeholder 24">
            <a:extLst>
              <a:ext uri="{FF2B5EF4-FFF2-40B4-BE49-F238E27FC236}">
                <a16:creationId xmlns:a16="http://schemas.microsoft.com/office/drawing/2014/main" id="{17B043C6-425B-42DB-2105-9AA03F3D5D91}"/>
              </a:ext>
            </a:extLst>
          </p:cNvPr>
          <p:cNvSpPr>
            <a:spLocks noGrp="1"/>
          </p:cNvSpPr>
          <p:nvPr>
            <p:ph type="body" sz="quarter" idx="26"/>
          </p:nvPr>
        </p:nvSpPr>
        <p:spPr/>
        <p:txBody>
          <a:bodyPr/>
          <a:lstStyle/>
          <a:p>
            <a:r>
              <a:rPr lang="en-US" dirty="0"/>
              <a:t>First robot capable of reasoning about its actions.</a:t>
            </a:r>
          </a:p>
        </p:txBody>
      </p:sp>
      <p:sp>
        <p:nvSpPr>
          <p:cNvPr id="29" name="Picture Placeholder 28">
            <a:extLst>
              <a:ext uri="{FF2B5EF4-FFF2-40B4-BE49-F238E27FC236}">
                <a16:creationId xmlns:a16="http://schemas.microsoft.com/office/drawing/2014/main" id="{14509C7B-A6A1-9F05-8F49-DFAFB786E6AC}"/>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427A8DA4-5648-52EE-C4F7-FE07CCE6EB38}"/>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990806BB-58A9-11E7-B76E-2EF09698E758}"/>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23B88DD5-3034-A9C1-BE1F-499085F53DA7}"/>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076EC07F-C3B6-A350-85D3-6B8706F829D5}"/>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7F91FF1F-A916-E43E-A829-28A3237F6AE1}"/>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2F83EAFF-FE6A-09B4-CECF-CF62BA440F8E}"/>
              </a:ext>
            </a:extLst>
          </p:cNvPr>
          <p:cNvSpPr>
            <a:spLocks noGrp="1"/>
          </p:cNvSpPr>
          <p:nvPr>
            <p:ph type="pic" sz="quarter" idx="32"/>
          </p:nvPr>
        </p:nvSpPr>
        <p:spPr/>
        <p:txBody>
          <a:bodyPr/>
          <a:lstStyle/>
          <a:p>
            <a:endParaRPr lang="en-US"/>
          </a:p>
        </p:txBody>
      </p:sp>
      <p:pic>
        <p:nvPicPr>
          <p:cNvPr id="2050" name="Picture 2">
            <a:extLst>
              <a:ext uri="{FF2B5EF4-FFF2-40B4-BE49-F238E27FC236}">
                <a16:creationId xmlns:a16="http://schemas.microsoft.com/office/drawing/2014/main" id="{AE4D6ADB-D71E-B41E-4F9C-FDD27400C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011" y="5010911"/>
            <a:ext cx="1709928" cy="18470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LIZA, the world's first chatbot, is back online after six decades thanks to AI historians">
            <a:extLst>
              <a:ext uri="{FF2B5EF4-FFF2-40B4-BE49-F238E27FC236}">
                <a16:creationId xmlns:a16="http://schemas.microsoft.com/office/drawing/2014/main" id="{62F5CA37-1EC1-A341-6D7D-77D71BACB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85" y="5010909"/>
            <a:ext cx="1692125" cy="1773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846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5419-04A6-ACA0-93DD-453459BB8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DFA81-409E-8A6E-81A4-61BB34B777CC}"/>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9A890839-3180-6900-A76D-EBDE3EFAD8F9}"/>
              </a:ext>
            </a:extLst>
          </p:cNvPr>
          <p:cNvSpPr>
            <a:spLocks noGrp="1"/>
          </p:cNvSpPr>
          <p:nvPr>
            <p:ph type="body" sz="quarter" idx="10"/>
          </p:nvPr>
        </p:nvSpPr>
        <p:spPr/>
        <p:txBody>
          <a:bodyPr/>
          <a:lstStyle/>
          <a:p>
            <a:r>
              <a:rPr lang="en-US" dirty="0"/>
              <a:t>ai WINTER (1970</a:t>
            </a:r>
            <a:r>
              <a:rPr lang="en-US" sz="1200" dirty="0"/>
              <a:t>S</a:t>
            </a:r>
            <a:r>
              <a:rPr lang="en-US" dirty="0"/>
              <a:t>)</a:t>
            </a:r>
          </a:p>
        </p:txBody>
      </p:sp>
      <p:cxnSp>
        <p:nvCxnSpPr>
          <p:cNvPr id="197" name="Straight Connector 196">
            <a:extLst>
              <a:ext uri="{FF2B5EF4-FFF2-40B4-BE49-F238E27FC236}">
                <a16:creationId xmlns:a16="http://schemas.microsoft.com/office/drawing/2014/main" id="{8FB43FCE-06FE-BBEA-146A-0F345BB66598}"/>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6D4CC3-B5DC-267B-7CBB-28932A763985}"/>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74F140A5-EEEC-3BA5-3967-621D4E8823D4}"/>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31048561-82CB-5651-D056-57D8D0B973DE}"/>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15DBC5FC-50CC-FE2D-03BD-DAC3856AEEE6}"/>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0F029E51-E915-72B3-3BA9-13E20F122453}"/>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390464CC-5DFE-EBC7-F68E-AF4E04CEA629}"/>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8A850DA7-54C7-0D58-914F-194B07DAD6F3}"/>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8B4B240B-86E4-6053-47E1-4648BFB68483}"/>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AB1DEE7E-CC12-F352-15AE-BD09BA37771A}"/>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03B1EE1E-808A-4C19-7AD6-A8BC80AA4B2D}"/>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0B6558CD-3B2A-238E-8021-9C98ACB655D4}"/>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84AF03D7-1C22-587A-67E6-20664E07F344}"/>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3E67BA4E-1FF2-1601-246D-F75C107E9406}"/>
              </a:ext>
            </a:extLst>
          </p:cNvPr>
          <p:cNvSpPr>
            <a:spLocks noGrp="1"/>
          </p:cNvSpPr>
          <p:nvPr>
            <p:ph type="body" sz="quarter" idx="29"/>
          </p:nvPr>
        </p:nvSpPr>
        <p:spPr>
          <a:xfrm>
            <a:off x="6432073" y="3269503"/>
            <a:ext cx="1516483" cy="1176023"/>
          </a:xfrm>
        </p:spPr>
        <p:txBody>
          <a:bodyPr/>
          <a:lstStyle/>
          <a:p>
            <a:endParaRPr lang="en-US"/>
          </a:p>
        </p:txBody>
      </p:sp>
      <p:sp>
        <p:nvSpPr>
          <p:cNvPr id="30" name="Text Placeholder 29">
            <a:extLst>
              <a:ext uri="{FF2B5EF4-FFF2-40B4-BE49-F238E27FC236}">
                <a16:creationId xmlns:a16="http://schemas.microsoft.com/office/drawing/2014/main" id="{11A3CE60-F5B7-6E8B-4880-6DE7D2FDE64C}"/>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AAFE3BD7-517E-EB06-CFF4-D7A5CFF0AD8F}"/>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54C25CFE-FFCC-C47C-70AF-7909FD2AD2EF}"/>
              </a:ext>
            </a:extLst>
          </p:cNvPr>
          <p:cNvSpPr>
            <a:spLocks noGrp="1"/>
          </p:cNvSpPr>
          <p:nvPr>
            <p:ph type="body" sz="quarter" idx="11"/>
          </p:nvPr>
        </p:nvSpPr>
        <p:spPr/>
        <p:txBody>
          <a:bodyPr/>
          <a:lstStyle/>
          <a:p>
            <a:endParaRPr lang="en-US" dirty="0"/>
          </a:p>
        </p:txBody>
      </p:sp>
      <p:sp>
        <p:nvSpPr>
          <p:cNvPr id="9" name="Text Placeholder 8">
            <a:extLst>
              <a:ext uri="{FF2B5EF4-FFF2-40B4-BE49-F238E27FC236}">
                <a16:creationId xmlns:a16="http://schemas.microsoft.com/office/drawing/2014/main" id="{637AC5B4-9F88-FB7D-E36A-E346EF1462FB}"/>
              </a:ext>
            </a:extLst>
          </p:cNvPr>
          <p:cNvSpPr>
            <a:spLocks noGrp="1"/>
          </p:cNvSpPr>
          <p:nvPr>
            <p:ph type="body" sz="quarter" idx="12"/>
          </p:nvPr>
        </p:nvSpPr>
        <p:spPr/>
        <p:txBody>
          <a:bodyPr/>
          <a:lstStyle/>
          <a:p>
            <a:endParaRPr lang="en-US" dirty="0"/>
          </a:p>
        </p:txBody>
      </p:sp>
      <p:sp>
        <p:nvSpPr>
          <p:cNvPr id="13" name="Text Placeholder 12">
            <a:extLst>
              <a:ext uri="{FF2B5EF4-FFF2-40B4-BE49-F238E27FC236}">
                <a16:creationId xmlns:a16="http://schemas.microsoft.com/office/drawing/2014/main" id="{622260D9-9929-54EE-18D3-3AAD902264B8}"/>
              </a:ext>
            </a:extLst>
          </p:cNvPr>
          <p:cNvSpPr>
            <a:spLocks noGrp="1"/>
          </p:cNvSpPr>
          <p:nvPr>
            <p:ph type="body" sz="quarter" idx="18"/>
          </p:nvPr>
        </p:nvSpPr>
        <p:spPr/>
        <p:txBody>
          <a:bodyPr/>
          <a:lstStyle/>
          <a:p>
            <a:endParaRPr lang="en-US" dirty="0"/>
          </a:p>
        </p:txBody>
      </p:sp>
      <p:sp>
        <p:nvSpPr>
          <p:cNvPr id="17" name="Text Placeholder 16">
            <a:extLst>
              <a:ext uri="{FF2B5EF4-FFF2-40B4-BE49-F238E27FC236}">
                <a16:creationId xmlns:a16="http://schemas.microsoft.com/office/drawing/2014/main" id="{A34665EA-2C82-5328-019A-B33B2FC3AD23}"/>
              </a:ext>
            </a:extLst>
          </p:cNvPr>
          <p:cNvSpPr>
            <a:spLocks noGrp="1"/>
          </p:cNvSpPr>
          <p:nvPr>
            <p:ph type="body" sz="quarter" idx="19"/>
          </p:nvPr>
        </p:nvSpPr>
        <p:spPr/>
        <p:txBody>
          <a:bodyPr/>
          <a:lstStyle/>
          <a:p>
            <a:endParaRPr lang="en-US" dirty="0"/>
          </a:p>
        </p:txBody>
      </p:sp>
      <p:sp>
        <p:nvSpPr>
          <p:cNvPr id="21" name="Text Placeholder 20">
            <a:extLst>
              <a:ext uri="{FF2B5EF4-FFF2-40B4-BE49-F238E27FC236}">
                <a16:creationId xmlns:a16="http://schemas.microsoft.com/office/drawing/2014/main" id="{CD8F3230-F26D-599A-81B1-AE9A2A5E8098}"/>
              </a:ext>
            </a:extLst>
          </p:cNvPr>
          <p:cNvSpPr>
            <a:spLocks noGrp="1"/>
          </p:cNvSpPr>
          <p:nvPr>
            <p:ph type="body" sz="quarter" idx="25"/>
          </p:nvPr>
        </p:nvSpPr>
        <p:spPr/>
        <p:txBody>
          <a:bodyPr/>
          <a:lstStyle/>
          <a:p>
            <a:endParaRPr lang="en-US" dirty="0"/>
          </a:p>
        </p:txBody>
      </p:sp>
      <p:sp>
        <p:nvSpPr>
          <p:cNvPr id="25" name="Text Placeholder 24">
            <a:extLst>
              <a:ext uri="{FF2B5EF4-FFF2-40B4-BE49-F238E27FC236}">
                <a16:creationId xmlns:a16="http://schemas.microsoft.com/office/drawing/2014/main" id="{AE3150F5-D60F-095F-4515-D7113CF9532B}"/>
              </a:ext>
            </a:extLst>
          </p:cNvPr>
          <p:cNvSpPr>
            <a:spLocks noGrp="1"/>
          </p:cNvSpPr>
          <p:nvPr>
            <p:ph type="body" sz="quarter" idx="26"/>
          </p:nvPr>
        </p:nvSpPr>
        <p:spPr/>
        <p:txBody>
          <a:bodyPr/>
          <a:lstStyle/>
          <a:p>
            <a:endParaRPr lang="en-US" dirty="0"/>
          </a:p>
        </p:txBody>
      </p:sp>
      <p:sp>
        <p:nvSpPr>
          <p:cNvPr id="29" name="Picture Placeholder 28">
            <a:extLst>
              <a:ext uri="{FF2B5EF4-FFF2-40B4-BE49-F238E27FC236}">
                <a16:creationId xmlns:a16="http://schemas.microsoft.com/office/drawing/2014/main" id="{076CC357-56A7-C982-47FB-C0F9958FDF5F}"/>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C8141EFC-9C26-58E1-0471-6841F47099FB}"/>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8CCF0DA4-6BE7-5723-8BDA-578D8051786D}"/>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4591FA14-A160-B3F3-E42D-80245078EE62}"/>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EC7F3F58-1798-A8A7-5270-DDF9A2F34EB3}"/>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EB6725F3-FA55-BE6C-85FD-9A4FCA8CCB14}"/>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727A672A-AA98-3143-CB15-3C018F76F1B1}"/>
              </a:ext>
            </a:extLst>
          </p:cNvPr>
          <p:cNvSpPr>
            <a:spLocks noGrp="1"/>
          </p:cNvSpPr>
          <p:nvPr>
            <p:ph type="pic" sz="quarter" idx="32"/>
          </p:nvPr>
        </p:nvSpPr>
        <p:spPr/>
        <p:txBody>
          <a:bodyPr/>
          <a:lstStyle/>
          <a:p>
            <a:endParaRPr lang="en-US"/>
          </a:p>
        </p:txBody>
      </p:sp>
      <p:sp>
        <p:nvSpPr>
          <p:cNvPr id="7" name="TextBox 6">
            <a:extLst>
              <a:ext uri="{FF2B5EF4-FFF2-40B4-BE49-F238E27FC236}">
                <a16:creationId xmlns:a16="http://schemas.microsoft.com/office/drawing/2014/main" id="{E6DFB13C-BA88-AB4B-1F89-410E2FB7A2FA}"/>
              </a:ext>
            </a:extLst>
          </p:cNvPr>
          <p:cNvSpPr txBox="1"/>
          <p:nvPr/>
        </p:nvSpPr>
        <p:spPr>
          <a:xfrm>
            <a:off x="2283542" y="3004188"/>
            <a:ext cx="7394530" cy="369332"/>
          </a:xfrm>
          <a:prstGeom prst="rect">
            <a:avLst/>
          </a:prstGeom>
          <a:noFill/>
        </p:spPr>
        <p:txBody>
          <a:bodyPr wrap="square">
            <a:spAutoFit/>
          </a:bodyPr>
          <a:lstStyle/>
          <a:p>
            <a:pPr>
              <a:buNone/>
            </a:pPr>
            <a:r>
              <a:rPr lang="en-US" dirty="0"/>
              <a:t>Funding dries up due to high expectations and low performance.</a:t>
            </a:r>
          </a:p>
        </p:txBody>
      </p:sp>
    </p:spTree>
    <p:extLst>
      <p:ext uri="{BB962C8B-B14F-4D97-AF65-F5344CB8AC3E}">
        <p14:creationId xmlns:p14="http://schemas.microsoft.com/office/powerpoint/2010/main" val="3555116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590BA-1979-8EFF-498D-122C01F8F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E8A70-7E92-AAA6-2A17-F4CF06184595}"/>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EF112B7A-ACE4-AAE3-4468-094811FDAC9F}"/>
              </a:ext>
            </a:extLst>
          </p:cNvPr>
          <p:cNvSpPr>
            <a:spLocks noGrp="1"/>
          </p:cNvSpPr>
          <p:nvPr>
            <p:ph type="body" sz="quarter" idx="10"/>
          </p:nvPr>
        </p:nvSpPr>
        <p:spPr/>
        <p:txBody>
          <a:bodyPr/>
          <a:lstStyle/>
          <a:p>
            <a:r>
              <a:rPr lang="en-US" dirty="0"/>
              <a:t>Expert Systems &amp; Second AI winter (1980</a:t>
            </a:r>
            <a:r>
              <a:rPr lang="en-US" sz="1200" dirty="0"/>
              <a:t>s</a:t>
            </a:r>
            <a:r>
              <a:rPr lang="en-US" dirty="0"/>
              <a:t>)</a:t>
            </a:r>
          </a:p>
        </p:txBody>
      </p:sp>
      <p:cxnSp>
        <p:nvCxnSpPr>
          <p:cNvPr id="197" name="Straight Connector 196">
            <a:extLst>
              <a:ext uri="{FF2B5EF4-FFF2-40B4-BE49-F238E27FC236}">
                <a16:creationId xmlns:a16="http://schemas.microsoft.com/office/drawing/2014/main" id="{CD019C49-4BAC-7C1C-97C4-893F6FC186B1}"/>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7137F5D2-E10C-E033-A998-01AF1AA96E49}"/>
              </a:ext>
            </a:extLst>
          </p:cNvPr>
          <p:cNvSpPr>
            <a:spLocks noGrp="1"/>
          </p:cNvSpPr>
          <p:nvPr>
            <p:ph type="body" sz="quarter" idx="13"/>
          </p:nvPr>
        </p:nvSpPr>
        <p:spPr/>
        <p:txBody>
          <a:bodyPr/>
          <a:lstStyle/>
          <a:p>
            <a:r>
              <a:rPr lang="en-US" dirty="0"/>
              <a:t>1987</a:t>
            </a:r>
          </a:p>
        </p:txBody>
      </p:sp>
      <p:sp>
        <p:nvSpPr>
          <p:cNvPr id="6" name="Text Placeholder 5">
            <a:extLst>
              <a:ext uri="{FF2B5EF4-FFF2-40B4-BE49-F238E27FC236}">
                <a16:creationId xmlns:a16="http://schemas.microsoft.com/office/drawing/2014/main" id="{151F5B72-2B5D-B774-44DF-9ABADBF0D419}"/>
              </a:ext>
            </a:extLst>
          </p:cNvPr>
          <p:cNvSpPr>
            <a:spLocks noGrp="1"/>
          </p:cNvSpPr>
          <p:nvPr>
            <p:ph type="body" sz="quarter" idx="14"/>
          </p:nvPr>
        </p:nvSpPr>
        <p:spPr/>
        <p:txBody>
          <a:bodyPr/>
          <a:lstStyle/>
          <a:p>
            <a:endParaRPr lang="en-US" dirty="0"/>
          </a:p>
        </p:txBody>
      </p:sp>
      <p:sp>
        <p:nvSpPr>
          <p:cNvPr id="8" name="Text Placeholder 7">
            <a:extLst>
              <a:ext uri="{FF2B5EF4-FFF2-40B4-BE49-F238E27FC236}">
                <a16:creationId xmlns:a16="http://schemas.microsoft.com/office/drawing/2014/main" id="{19B94286-02D3-5A25-EBFA-30E9409A4B38}"/>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38B4C1BC-93BF-AE99-EDE8-541B2123D473}"/>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FCCE794C-B1B0-2E24-6BC6-D8C9370FB08C}"/>
              </a:ext>
            </a:extLst>
          </p:cNvPr>
          <p:cNvSpPr>
            <a:spLocks noGrp="1"/>
          </p:cNvSpPr>
          <p:nvPr>
            <p:ph type="body" sz="quarter" idx="17"/>
          </p:nvPr>
        </p:nvSpPr>
        <p:spPr/>
        <p:txBody>
          <a:bodyPr/>
          <a:lstStyle/>
          <a:p>
            <a:r>
              <a:rPr lang="en-US" dirty="0"/>
              <a:t>1993</a:t>
            </a:r>
          </a:p>
        </p:txBody>
      </p:sp>
      <p:sp>
        <p:nvSpPr>
          <p:cNvPr id="14" name="Text Placeholder 13">
            <a:extLst>
              <a:ext uri="{FF2B5EF4-FFF2-40B4-BE49-F238E27FC236}">
                <a16:creationId xmlns:a16="http://schemas.microsoft.com/office/drawing/2014/main" id="{79887D8D-8AA5-05F8-7842-111D219519DC}"/>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89807FA5-B4AC-4836-DCD9-0C078D14D3D2}"/>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6476D4D2-947D-4E12-4B6C-7B5B3662074A}"/>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961DD833-7E85-196C-3EDF-293B772DD067}"/>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10876AF0-130B-14AB-2D15-5755924749CD}"/>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1178868C-E85A-6A83-5D32-2BD1A01E9B6E}"/>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2E508AD4-601F-93C1-0110-6D03A7FE2C40}"/>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A1152D4F-940D-213A-F493-DDDBAD82291B}"/>
              </a:ext>
            </a:extLst>
          </p:cNvPr>
          <p:cNvSpPr>
            <a:spLocks noGrp="1"/>
          </p:cNvSpPr>
          <p:nvPr>
            <p:ph type="body" sz="quarter" idx="29"/>
          </p:nvPr>
        </p:nvSpPr>
        <p:spPr>
          <a:xfrm>
            <a:off x="6960126" y="3588496"/>
            <a:ext cx="1516483" cy="1176023"/>
          </a:xfrm>
        </p:spPr>
        <p:txBody>
          <a:bodyPr/>
          <a:lstStyle/>
          <a:p>
            <a:endParaRPr lang="en-US"/>
          </a:p>
        </p:txBody>
      </p:sp>
      <p:sp>
        <p:nvSpPr>
          <p:cNvPr id="30" name="Text Placeholder 29">
            <a:extLst>
              <a:ext uri="{FF2B5EF4-FFF2-40B4-BE49-F238E27FC236}">
                <a16:creationId xmlns:a16="http://schemas.microsoft.com/office/drawing/2014/main" id="{2904F0B9-B4F7-8BDA-1B57-D7423D892EBA}"/>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0097EF82-5FE9-5CAA-22D2-BD5D25BE45E3}"/>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E143DD17-16FF-E0C1-F3DB-93268264AC97}"/>
              </a:ext>
            </a:extLst>
          </p:cNvPr>
          <p:cNvSpPr>
            <a:spLocks noGrp="1"/>
          </p:cNvSpPr>
          <p:nvPr>
            <p:ph type="body" sz="quarter" idx="11"/>
          </p:nvPr>
        </p:nvSpPr>
        <p:spPr/>
        <p:txBody>
          <a:bodyPr/>
          <a:lstStyle/>
          <a:p>
            <a:r>
              <a:rPr lang="en-US" dirty="0"/>
              <a:t>1980</a:t>
            </a:r>
          </a:p>
        </p:txBody>
      </p:sp>
      <p:sp>
        <p:nvSpPr>
          <p:cNvPr id="9" name="Text Placeholder 8">
            <a:extLst>
              <a:ext uri="{FF2B5EF4-FFF2-40B4-BE49-F238E27FC236}">
                <a16:creationId xmlns:a16="http://schemas.microsoft.com/office/drawing/2014/main" id="{4D95CA3A-0A04-5692-3077-4EF586F0DFBE}"/>
              </a:ext>
            </a:extLst>
          </p:cNvPr>
          <p:cNvSpPr>
            <a:spLocks noGrp="1"/>
          </p:cNvSpPr>
          <p:nvPr>
            <p:ph type="body" sz="quarter" idx="12"/>
          </p:nvPr>
        </p:nvSpPr>
        <p:spPr/>
        <p:txBody>
          <a:bodyPr/>
          <a:lstStyle/>
          <a:p>
            <a:r>
              <a:rPr lang="en-US" dirty="0"/>
              <a:t>1986</a:t>
            </a:r>
          </a:p>
        </p:txBody>
      </p:sp>
      <p:sp>
        <p:nvSpPr>
          <p:cNvPr id="13" name="Text Placeholder 12">
            <a:extLst>
              <a:ext uri="{FF2B5EF4-FFF2-40B4-BE49-F238E27FC236}">
                <a16:creationId xmlns:a16="http://schemas.microsoft.com/office/drawing/2014/main" id="{818EFE7E-1F9B-28DC-0C3E-B5DD921A694A}"/>
              </a:ext>
            </a:extLst>
          </p:cNvPr>
          <p:cNvSpPr>
            <a:spLocks noGrp="1"/>
          </p:cNvSpPr>
          <p:nvPr>
            <p:ph type="body" sz="quarter" idx="18"/>
          </p:nvPr>
        </p:nvSpPr>
        <p:spPr/>
        <p:txBody>
          <a:bodyPr/>
          <a:lstStyle/>
          <a:p>
            <a:r>
              <a:rPr lang="en-US" dirty="0"/>
              <a:t>XCON Expert System</a:t>
            </a:r>
          </a:p>
        </p:txBody>
      </p:sp>
      <p:sp>
        <p:nvSpPr>
          <p:cNvPr id="17" name="Text Placeholder 16">
            <a:extLst>
              <a:ext uri="{FF2B5EF4-FFF2-40B4-BE49-F238E27FC236}">
                <a16:creationId xmlns:a16="http://schemas.microsoft.com/office/drawing/2014/main" id="{76B96298-B892-1892-1357-5B82BAAA94FF}"/>
              </a:ext>
            </a:extLst>
          </p:cNvPr>
          <p:cNvSpPr>
            <a:spLocks noGrp="1"/>
          </p:cNvSpPr>
          <p:nvPr>
            <p:ph type="body" sz="quarter" idx="19"/>
          </p:nvPr>
        </p:nvSpPr>
        <p:spPr/>
        <p:txBody>
          <a:bodyPr/>
          <a:lstStyle/>
          <a:p>
            <a:r>
              <a:rPr lang="en-US" dirty="0"/>
              <a:t>Backpropagation</a:t>
            </a:r>
          </a:p>
        </p:txBody>
      </p:sp>
      <p:sp>
        <p:nvSpPr>
          <p:cNvPr id="21" name="Text Placeholder 20">
            <a:extLst>
              <a:ext uri="{FF2B5EF4-FFF2-40B4-BE49-F238E27FC236}">
                <a16:creationId xmlns:a16="http://schemas.microsoft.com/office/drawing/2014/main" id="{BE247908-BB49-C85E-0364-52FC0157D31A}"/>
              </a:ext>
            </a:extLst>
          </p:cNvPr>
          <p:cNvSpPr>
            <a:spLocks noGrp="1"/>
          </p:cNvSpPr>
          <p:nvPr>
            <p:ph type="body" sz="quarter" idx="25"/>
          </p:nvPr>
        </p:nvSpPr>
        <p:spPr/>
        <p:txBody>
          <a:bodyPr/>
          <a:lstStyle/>
          <a:p>
            <a:r>
              <a:rPr lang="en-US" dirty="0"/>
              <a:t>Helped configure computers at DEC; AI becomes commercial.</a:t>
            </a:r>
          </a:p>
          <a:p>
            <a:endParaRPr lang="en-US" dirty="0"/>
          </a:p>
        </p:txBody>
      </p:sp>
      <p:sp>
        <p:nvSpPr>
          <p:cNvPr id="25" name="Text Placeholder 24">
            <a:extLst>
              <a:ext uri="{FF2B5EF4-FFF2-40B4-BE49-F238E27FC236}">
                <a16:creationId xmlns:a16="http://schemas.microsoft.com/office/drawing/2014/main" id="{3301E79B-5BA6-C6E9-8727-EC29D93AFBA4}"/>
              </a:ext>
            </a:extLst>
          </p:cNvPr>
          <p:cNvSpPr>
            <a:spLocks noGrp="1"/>
          </p:cNvSpPr>
          <p:nvPr>
            <p:ph type="body" sz="quarter" idx="26"/>
          </p:nvPr>
        </p:nvSpPr>
        <p:spPr/>
        <p:txBody>
          <a:bodyPr/>
          <a:lstStyle/>
          <a:p>
            <a:r>
              <a:rPr lang="en-US" dirty="0"/>
              <a:t>Neural networks learn from errors — a major comeback.</a:t>
            </a:r>
          </a:p>
        </p:txBody>
      </p:sp>
      <p:sp>
        <p:nvSpPr>
          <p:cNvPr id="29" name="Picture Placeholder 28">
            <a:extLst>
              <a:ext uri="{FF2B5EF4-FFF2-40B4-BE49-F238E27FC236}">
                <a16:creationId xmlns:a16="http://schemas.microsoft.com/office/drawing/2014/main" id="{B4DB3760-9A1C-EFA9-81D6-245FE11C8125}"/>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CF05DBCE-C379-604F-7F19-DC078E0E2481}"/>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DE88C89E-EB72-DAFC-216B-53A643558E4E}"/>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01724453-E9CA-F7B6-DCC4-5C89F5DD4511}"/>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1B4A2CB5-6106-EE0F-3A22-7D83A32259A0}"/>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B8AF71B7-7C3A-8C7C-079E-CBD872C23791}"/>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A921A6B3-C791-EE6E-E73B-885F8E34CE12}"/>
              </a:ext>
            </a:extLst>
          </p:cNvPr>
          <p:cNvSpPr>
            <a:spLocks noGrp="1"/>
          </p:cNvSpPr>
          <p:nvPr>
            <p:ph type="pic" sz="quarter" idx="32"/>
          </p:nvPr>
        </p:nvSpPr>
        <p:spPr/>
        <p:txBody>
          <a:bodyPr/>
          <a:lstStyle/>
          <a:p>
            <a:endParaRPr lang="en-US"/>
          </a:p>
        </p:txBody>
      </p:sp>
      <p:sp>
        <p:nvSpPr>
          <p:cNvPr id="7" name="TextBox 6">
            <a:extLst>
              <a:ext uri="{FF2B5EF4-FFF2-40B4-BE49-F238E27FC236}">
                <a16:creationId xmlns:a16="http://schemas.microsoft.com/office/drawing/2014/main" id="{B9A32268-2E8C-ACFE-7348-3612A35D9BF0}"/>
              </a:ext>
            </a:extLst>
          </p:cNvPr>
          <p:cNvSpPr txBox="1"/>
          <p:nvPr/>
        </p:nvSpPr>
        <p:spPr>
          <a:xfrm>
            <a:off x="6741695" y="4007473"/>
            <a:ext cx="6104020" cy="369332"/>
          </a:xfrm>
          <a:prstGeom prst="rect">
            <a:avLst/>
          </a:prstGeom>
          <a:noFill/>
        </p:spPr>
        <p:txBody>
          <a:bodyPr wrap="square">
            <a:spAutoFit/>
          </a:bodyPr>
          <a:lstStyle/>
          <a:p>
            <a:r>
              <a:rPr lang="en-US" dirty="0"/>
              <a:t>Second AI Winter</a:t>
            </a:r>
          </a:p>
        </p:txBody>
      </p:sp>
      <p:sp>
        <p:nvSpPr>
          <p:cNvPr id="15" name="TextBox 14">
            <a:extLst>
              <a:ext uri="{FF2B5EF4-FFF2-40B4-BE49-F238E27FC236}">
                <a16:creationId xmlns:a16="http://schemas.microsoft.com/office/drawing/2014/main" id="{4E036BE8-B0EE-764E-7341-997A15811B15}"/>
              </a:ext>
            </a:extLst>
          </p:cNvPr>
          <p:cNvSpPr txBox="1"/>
          <p:nvPr/>
        </p:nvSpPr>
        <p:spPr>
          <a:xfrm>
            <a:off x="5231875" y="4376805"/>
            <a:ext cx="6424862" cy="369332"/>
          </a:xfrm>
          <a:prstGeom prst="rect">
            <a:avLst/>
          </a:prstGeom>
          <a:noFill/>
        </p:spPr>
        <p:txBody>
          <a:bodyPr wrap="square">
            <a:spAutoFit/>
          </a:bodyPr>
          <a:lstStyle/>
          <a:p>
            <a:pPr>
              <a:buNone/>
            </a:pPr>
            <a:r>
              <a:rPr lang="en-US" dirty="0"/>
              <a:t>Expert systems fail to scale.</a:t>
            </a:r>
          </a:p>
        </p:txBody>
      </p:sp>
    </p:spTree>
    <p:extLst>
      <p:ext uri="{BB962C8B-B14F-4D97-AF65-F5344CB8AC3E}">
        <p14:creationId xmlns:p14="http://schemas.microsoft.com/office/powerpoint/2010/main" val="3198836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9D2E4-DE46-9A54-CD41-C62E24F70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7A90-98BB-22DE-F363-A941EEF21D08}"/>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369392EA-22D7-163D-210C-6B98454193BD}"/>
              </a:ext>
            </a:extLst>
          </p:cNvPr>
          <p:cNvSpPr>
            <a:spLocks noGrp="1"/>
          </p:cNvSpPr>
          <p:nvPr>
            <p:ph type="body" sz="quarter" idx="10"/>
          </p:nvPr>
        </p:nvSpPr>
        <p:spPr/>
        <p:txBody>
          <a:bodyPr/>
          <a:lstStyle/>
          <a:p>
            <a:r>
              <a:rPr lang="en-US" dirty="0"/>
              <a:t>The Internet and Machine Learning (1990</a:t>
            </a:r>
            <a:r>
              <a:rPr lang="en-US" sz="1200" dirty="0"/>
              <a:t>s</a:t>
            </a:r>
            <a:r>
              <a:rPr lang="en-US" dirty="0"/>
              <a:t>)</a:t>
            </a:r>
          </a:p>
        </p:txBody>
      </p:sp>
      <p:cxnSp>
        <p:nvCxnSpPr>
          <p:cNvPr id="197" name="Straight Connector 196">
            <a:extLst>
              <a:ext uri="{FF2B5EF4-FFF2-40B4-BE49-F238E27FC236}">
                <a16:creationId xmlns:a16="http://schemas.microsoft.com/office/drawing/2014/main" id="{6CFC33D9-1413-3EA1-BB5D-905B806640D8}"/>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1000C4F-5ECF-840C-DE9D-EB0C2E7918B8}"/>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58FBB9FB-C9E6-401E-BC66-D782BEA14E61}"/>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312BAF5F-8A4D-4E0D-844C-FA04F3C4E94E}"/>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71A16BFE-1F0B-1303-7603-BDEF8F4903CB}"/>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789FF4A9-1007-4912-2DD3-8A549387711F}"/>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1F78ED8E-A484-6E4B-E2C9-1E47C06FB880}"/>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842517D3-4275-C809-6400-166B3688D652}"/>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71B5E019-B841-753A-13FD-42AEA719EEF4}"/>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80CB2575-CA67-5B0F-984A-949BCC223D62}"/>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AE5ADBE3-3D0E-2C89-3F0D-A1CE1930A051}"/>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15A58C75-ECE9-E15B-B065-93FE5B1AAA41}"/>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AF107C03-00D3-A7E0-FE4D-EEA64FE87EAD}"/>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8AB16507-07C8-BD11-C268-2AA527C790E5}"/>
              </a:ext>
            </a:extLst>
          </p:cNvPr>
          <p:cNvSpPr>
            <a:spLocks noGrp="1"/>
          </p:cNvSpPr>
          <p:nvPr>
            <p:ph type="body" sz="quarter" idx="29"/>
          </p:nvPr>
        </p:nvSpPr>
        <p:spPr>
          <a:xfrm>
            <a:off x="6960126" y="3588496"/>
            <a:ext cx="1516483" cy="1176023"/>
          </a:xfrm>
        </p:spPr>
        <p:txBody>
          <a:bodyPr/>
          <a:lstStyle/>
          <a:p>
            <a:endParaRPr lang="en-US"/>
          </a:p>
        </p:txBody>
      </p:sp>
      <p:sp>
        <p:nvSpPr>
          <p:cNvPr id="30" name="Text Placeholder 29">
            <a:extLst>
              <a:ext uri="{FF2B5EF4-FFF2-40B4-BE49-F238E27FC236}">
                <a16:creationId xmlns:a16="http://schemas.microsoft.com/office/drawing/2014/main" id="{3E5F49CC-6EA5-768E-A413-4E1645CDB43D}"/>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CCF7414A-D201-D98D-0390-755784F32F1F}"/>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2139EC50-DA69-193E-4A20-D40D26829E25}"/>
              </a:ext>
            </a:extLst>
          </p:cNvPr>
          <p:cNvSpPr>
            <a:spLocks noGrp="1"/>
          </p:cNvSpPr>
          <p:nvPr>
            <p:ph type="body" sz="quarter" idx="11"/>
          </p:nvPr>
        </p:nvSpPr>
        <p:spPr/>
        <p:txBody>
          <a:bodyPr/>
          <a:lstStyle/>
          <a:p>
            <a:r>
              <a:rPr lang="en-US" dirty="0"/>
              <a:t>1997</a:t>
            </a:r>
          </a:p>
        </p:txBody>
      </p:sp>
      <p:sp>
        <p:nvSpPr>
          <p:cNvPr id="9" name="Text Placeholder 8">
            <a:extLst>
              <a:ext uri="{FF2B5EF4-FFF2-40B4-BE49-F238E27FC236}">
                <a16:creationId xmlns:a16="http://schemas.microsoft.com/office/drawing/2014/main" id="{438A3028-9108-4862-808B-2C76368AD739}"/>
              </a:ext>
            </a:extLst>
          </p:cNvPr>
          <p:cNvSpPr>
            <a:spLocks noGrp="1"/>
          </p:cNvSpPr>
          <p:nvPr>
            <p:ph type="body" sz="quarter" idx="12"/>
          </p:nvPr>
        </p:nvSpPr>
        <p:spPr/>
        <p:txBody>
          <a:bodyPr/>
          <a:lstStyle/>
          <a:p>
            <a:r>
              <a:rPr lang="en-US" dirty="0"/>
              <a:t>1998</a:t>
            </a:r>
          </a:p>
        </p:txBody>
      </p:sp>
      <p:sp>
        <p:nvSpPr>
          <p:cNvPr id="13" name="Text Placeholder 12">
            <a:extLst>
              <a:ext uri="{FF2B5EF4-FFF2-40B4-BE49-F238E27FC236}">
                <a16:creationId xmlns:a16="http://schemas.microsoft.com/office/drawing/2014/main" id="{9D6B89F8-D38D-EAAB-65F0-49D50DBA8B31}"/>
              </a:ext>
            </a:extLst>
          </p:cNvPr>
          <p:cNvSpPr>
            <a:spLocks noGrp="1"/>
          </p:cNvSpPr>
          <p:nvPr>
            <p:ph type="body" sz="quarter" idx="18"/>
          </p:nvPr>
        </p:nvSpPr>
        <p:spPr/>
        <p:txBody>
          <a:bodyPr/>
          <a:lstStyle/>
          <a:p>
            <a:r>
              <a:rPr lang="en-US" dirty="0"/>
              <a:t>IBM Deep Blue beats Kasparov</a:t>
            </a:r>
          </a:p>
        </p:txBody>
      </p:sp>
      <p:sp>
        <p:nvSpPr>
          <p:cNvPr id="17" name="Text Placeholder 16">
            <a:extLst>
              <a:ext uri="{FF2B5EF4-FFF2-40B4-BE49-F238E27FC236}">
                <a16:creationId xmlns:a16="http://schemas.microsoft.com/office/drawing/2014/main" id="{0B1F6B3A-06BB-E752-FEE1-698761F4FC9A}"/>
              </a:ext>
            </a:extLst>
          </p:cNvPr>
          <p:cNvSpPr>
            <a:spLocks noGrp="1"/>
          </p:cNvSpPr>
          <p:nvPr>
            <p:ph type="body" sz="quarter" idx="19"/>
          </p:nvPr>
        </p:nvSpPr>
        <p:spPr>
          <a:xfrm>
            <a:off x="2183643" y="2651526"/>
            <a:ext cx="1088956" cy="276736"/>
          </a:xfrm>
        </p:spPr>
        <p:txBody>
          <a:bodyPr/>
          <a:lstStyle/>
          <a:p>
            <a:r>
              <a:rPr lang="en-US" dirty="0"/>
              <a:t>Kismet robot</a:t>
            </a:r>
          </a:p>
        </p:txBody>
      </p:sp>
      <p:sp>
        <p:nvSpPr>
          <p:cNvPr id="21" name="Text Placeholder 20">
            <a:extLst>
              <a:ext uri="{FF2B5EF4-FFF2-40B4-BE49-F238E27FC236}">
                <a16:creationId xmlns:a16="http://schemas.microsoft.com/office/drawing/2014/main" id="{3220B045-652D-BECD-F351-8A3B79748A95}"/>
              </a:ext>
            </a:extLst>
          </p:cNvPr>
          <p:cNvSpPr>
            <a:spLocks noGrp="1"/>
          </p:cNvSpPr>
          <p:nvPr>
            <p:ph type="body" sz="quarter" idx="25"/>
          </p:nvPr>
        </p:nvSpPr>
        <p:spPr/>
        <p:txBody>
          <a:bodyPr/>
          <a:lstStyle/>
          <a:p>
            <a:r>
              <a:rPr lang="en-US" dirty="0"/>
              <a:t>First time a machine defeats a world chess champion.</a:t>
            </a:r>
          </a:p>
          <a:p>
            <a:endParaRPr lang="en-US" dirty="0"/>
          </a:p>
        </p:txBody>
      </p:sp>
      <p:sp>
        <p:nvSpPr>
          <p:cNvPr id="25" name="Text Placeholder 24">
            <a:extLst>
              <a:ext uri="{FF2B5EF4-FFF2-40B4-BE49-F238E27FC236}">
                <a16:creationId xmlns:a16="http://schemas.microsoft.com/office/drawing/2014/main" id="{E014AD7B-D6F1-C4B1-498A-7EBECB97B1D2}"/>
              </a:ext>
            </a:extLst>
          </p:cNvPr>
          <p:cNvSpPr>
            <a:spLocks noGrp="1"/>
          </p:cNvSpPr>
          <p:nvPr>
            <p:ph type="body" sz="quarter" idx="26"/>
          </p:nvPr>
        </p:nvSpPr>
        <p:spPr/>
        <p:txBody>
          <a:bodyPr/>
          <a:lstStyle/>
          <a:p>
            <a:r>
              <a:rPr lang="en-US" dirty="0"/>
              <a:t>Introduces emotion-based interactions.</a:t>
            </a:r>
          </a:p>
        </p:txBody>
      </p:sp>
      <p:sp>
        <p:nvSpPr>
          <p:cNvPr id="29" name="Picture Placeholder 28">
            <a:extLst>
              <a:ext uri="{FF2B5EF4-FFF2-40B4-BE49-F238E27FC236}">
                <a16:creationId xmlns:a16="http://schemas.microsoft.com/office/drawing/2014/main" id="{8999DE0C-AAC7-9342-B6DC-817DA409F988}"/>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BD7FBC5E-6233-CD42-CBEB-AC99FE4388B9}"/>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78E58E41-2414-03D0-F500-DDC955287FA8}"/>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AEDD3EBF-09ED-E2FB-8F6B-5A14A53F19FE}"/>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303FAAC7-D25C-19B4-AE14-5BAB865C3131}"/>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17DDE01C-B801-CAC9-BF2B-99DAB4D7A727}"/>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AA1B6AA5-189B-0BA1-97AB-57EB65C6DB27}"/>
              </a:ext>
            </a:extLst>
          </p:cNvPr>
          <p:cNvSpPr>
            <a:spLocks noGrp="1"/>
          </p:cNvSpPr>
          <p:nvPr>
            <p:ph type="pic" sz="quarter" idx="32"/>
          </p:nvPr>
        </p:nvSpPr>
        <p:spPr/>
        <p:txBody>
          <a:bodyPr/>
          <a:lstStyle/>
          <a:p>
            <a:endParaRPr lang="en-US"/>
          </a:p>
        </p:txBody>
      </p:sp>
      <p:pic>
        <p:nvPicPr>
          <p:cNvPr id="6146" name="Picture 2" descr="World Champion Chess champion Garry Kasparov plays against IBM's Deep Blue computer at the Association for Computing Chess Challenge on February 11, 1996, in Philadelphia. On May 11, 1997, Kasparov was defeated by a computer, IBM's Deep Blue, in a six-game match in New York. File Photo by Laurence Kesterson/UPI">
            <a:extLst>
              <a:ext uri="{FF2B5EF4-FFF2-40B4-BE49-F238E27FC236}">
                <a16:creationId xmlns:a16="http://schemas.microsoft.com/office/drawing/2014/main" id="{F3DF7C44-0EF6-4C88-697E-3716A87945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10912"/>
            <a:ext cx="1709928" cy="184708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64D19F1-B8D1-4DE7-508F-D93265954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12" y="5041237"/>
            <a:ext cx="1709928" cy="181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507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6F537-49BE-4D5E-7AAB-B8361FC33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F306A-9EDA-CBC0-63D2-7DF897C67581}"/>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F77D0FC2-AF29-80A4-76BE-79DF651FADEE}"/>
              </a:ext>
            </a:extLst>
          </p:cNvPr>
          <p:cNvSpPr>
            <a:spLocks noGrp="1"/>
          </p:cNvSpPr>
          <p:nvPr>
            <p:ph type="body" sz="quarter" idx="10"/>
          </p:nvPr>
        </p:nvSpPr>
        <p:spPr/>
        <p:txBody>
          <a:bodyPr/>
          <a:lstStyle/>
          <a:p>
            <a:r>
              <a:rPr lang="en-US" dirty="0"/>
              <a:t>Data &amp; machine learning (2000</a:t>
            </a:r>
            <a:r>
              <a:rPr lang="en-US" sz="1200" dirty="0"/>
              <a:t>s</a:t>
            </a:r>
            <a:r>
              <a:rPr lang="en-US" dirty="0"/>
              <a:t>)</a:t>
            </a:r>
          </a:p>
        </p:txBody>
      </p:sp>
      <p:cxnSp>
        <p:nvCxnSpPr>
          <p:cNvPr id="197" name="Straight Connector 196">
            <a:extLst>
              <a:ext uri="{FF2B5EF4-FFF2-40B4-BE49-F238E27FC236}">
                <a16:creationId xmlns:a16="http://schemas.microsoft.com/office/drawing/2014/main" id="{DAE7B89B-3726-DB80-5F4F-B6F819141BF4}"/>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862F837E-3568-261E-4187-4849B7499D9D}"/>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87CF0BFB-C963-2B25-3A95-D2B9C81B2AFB}"/>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1A40D8DF-642D-200A-81E3-6678B84E6554}"/>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F1913BD6-0423-0FAE-08B8-0735186C2466}"/>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8A2570AD-878F-1495-B13F-E2D1C92F9A8D}"/>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17EC66D4-4CB4-A5D0-9FF9-910D277890BA}"/>
              </a:ext>
            </a:extLst>
          </p:cNvPr>
          <p:cNvSpPr>
            <a:spLocks noGrp="1"/>
          </p:cNvSpPr>
          <p:nvPr>
            <p:ph type="body" sz="quarter" idx="20"/>
          </p:nvPr>
        </p:nvSpPr>
        <p:spPr/>
        <p:txBody>
          <a:bodyPr/>
          <a:lstStyle/>
          <a:p>
            <a:endParaRPr lang="en-US"/>
          </a:p>
        </p:txBody>
      </p:sp>
      <p:sp>
        <p:nvSpPr>
          <p:cNvPr id="16" name="Text Placeholder 15">
            <a:extLst>
              <a:ext uri="{FF2B5EF4-FFF2-40B4-BE49-F238E27FC236}">
                <a16:creationId xmlns:a16="http://schemas.microsoft.com/office/drawing/2014/main" id="{00C05AD1-2700-5C7C-0AA0-FD187C18F5D4}"/>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9D1FEAAA-DB8E-8461-D52A-4210DA7A7653}"/>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7DAD6A25-A63C-56B9-782F-DCFB3BB26F00}"/>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C273C38A-5835-EAC0-61F4-56C017C17CD5}"/>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3E719329-0A26-63A7-E7A7-E46E5D0674EA}"/>
              </a:ext>
            </a:extLst>
          </p:cNvPr>
          <p:cNvSpPr>
            <a:spLocks noGrp="1"/>
          </p:cNvSpPr>
          <p:nvPr>
            <p:ph type="body" sz="quarter" idx="27"/>
          </p:nvPr>
        </p:nvSpPr>
        <p:spPr/>
        <p:txBody>
          <a:bodyPr/>
          <a:lstStyle/>
          <a:p>
            <a:endParaRPr lang="en-US"/>
          </a:p>
        </p:txBody>
      </p:sp>
      <p:sp>
        <p:nvSpPr>
          <p:cNvPr id="26" name="Text Placeholder 25">
            <a:extLst>
              <a:ext uri="{FF2B5EF4-FFF2-40B4-BE49-F238E27FC236}">
                <a16:creationId xmlns:a16="http://schemas.microsoft.com/office/drawing/2014/main" id="{6A087A73-6D4A-1B7A-E0D5-670DF5A1809C}"/>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4E200041-CF5C-4CD5-AB0A-B00D1568353D}"/>
              </a:ext>
            </a:extLst>
          </p:cNvPr>
          <p:cNvSpPr>
            <a:spLocks noGrp="1"/>
          </p:cNvSpPr>
          <p:nvPr>
            <p:ph type="body" sz="quarter" idx="29"/>
          </p:nvPr>
        </p:nvSpPr>
        <p:spPr>
          <a:xfrm>
            <a:off x="6960126" y="3588496"/>
            <a:ext cx="1516483" cy="1176023"/>
          </a:xfrm>
        </p:spPr>
        <p:txBody>
          <a:bodyPr/>
          <a:lstStyle/>
          <a:p>
            <a:endParaRPr lang="en-US"/>
          </a:p>
        </p:txBody>
      </p:sp>
      <p:sp>
        <p:nvSpPr>
          <p:cNvPr id="30" name="Text Placeholder 29">
            <a:extLst>
              <a:ext uri="{FF2B5EF4-FFF2-40B4-BE49-F238E27FC236}">
                <a16:creationId xmlns:a16="http://schemas.microsoft.com/office/drawing/2014/main" id="{D12313C1-2333-E07F-4A96-46BC7BB82445}"/>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74EBD877-8B2A-F87D-7773-8C76222195B1}"/>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E6975DCD-5FA7-49BE-C3DC-FEF730F37397}"/>
              </a:ext>
            </a:extLst>
          </p:cNvPr>
          <p:cNvSpPr>
            <a:spLocks noGrp="1"/>
          </p:cNvSpPr>
          <p:nvPr>
            <p:ph type="body" sz="quarter" idx="11"/>
          </p:nvPr>
        </p:nvSpPr>
        <p:spPr/>
        <p:txBody>
          <a:bodyPr/>
          <a:lstStyle/>
          <a:p>
            <a:r>
              <a:rPr lang="en-US" dirty="0"/>
              <a:t>2006</a:t>
            </a:r>
          </a:p>
        </p:txBody>
      </p:sp>
      <p:sp>
        <p:nvSpPr>
          <p:cNvPr id="9" name="Text Placeholder 8">
            <a:extLst>
              <a:ext uri="{FF2B5EF4-FFF2-40B4-BE49-F238E27FC236}">
                <a16:creationId xmlns:a16="http://schemas.microsoft.com/office/drawing/2014/main" id="{402D33B7-16AA-CA05-B16C-96D9F38C823F}"/>
              </a:ext>
            </a:extLst>
          </p:cNvPr>
          <p:cNvSpPr>
            <a:spLocks noGrp="1"/>
          </p:cNvSpPr>
          <p:nvPr>
            <p:ph type="body" sz="quarter" idx="12"/>
          </p:nvPr>
        </p:nvSpPr>
        <p:spPr/>
        <p:txBody>
          <a:bodyPr/>
          <a:lstStyle/>
          <a:p>
            <a:r>
              <a:rPr lang="en-US" dirty="0"/>
              <a:t>2009</a:t>
            </a:r>
          </a:p>
        </p:txBody>
      </p:sp>
      <p:sp>
        <p:nvSpPr>
          <p:cNvPr id="13" name="Text Placeholder 12">
            <a:extLst>
              <a:ext uri="{FF2B5EF4-FFF2-40B4-BE49-F238E27FC236}">
                <a16:creationId xmlns:a16="http://schemas.microsoft.com/office/drawing/2014/main" id="{D63CDFEF-19A4-0682-0641-87E4A0134EC8}"/>
              </a:ext>
            </a:extLst>
          </p:cNvPr>
          <p:cNvSpPr>
            <a:spLocks noGrp="1"/>
          </p:cNvSpPr>
          <p:nvPr>
            <p:ph type="body" sz="quarter" idx="18"/>
          </p:nvPr>
        </p:nvSpPr>
        <p:spPr/>
        <p:txBody>
          <a:bodyPr/>
          <a:lstStyle/>
          <a:p>
            <a:r>
              <a:rPr lang="en-US" i="1" dirty="0"/>
              <a:t>Deep learning coined</a:t>
            </a:r>
            <a:endParaRPr lang="en-US" dirty="0"/>
          </a:p>
          <a:p>
            <a:endParaRPr lang="en-US" dirty="0"/>
          </a:p>
        </p:txBody>
      </p:sp>
      <p:sp>
        <p:nvSpPr>
          <p:cNvPr id="17" name="Text Placeholder 16">
            <a:extLst>
              <a:ext uri="{FF2B5EF4-FFF2-40B4-BE49-F238E27FC236}">
                <a16:creationId xmlns:a16="http://schemas.microsoft.com/office/drawing/2014/main" id="{63B9B364-C12B-FA87-1C32-0DE6F4685B84}"/>
              </a:ext>
            </a:extLst>
          </p:cNvPr>
          <p:cNvSpPr>
            <a:spLocks noGrp="1"/>
          </p:cNvSpPr>
          <p:nvPr>
            <p:ph type="body" sz="quarter" idx="19"/>
          </p:nvPr>
        </p:nvSpPr>
        <p:spPr/>
        <p:txBody>
          <a:bodyPr/>
          <a:lstStyle/>
          <a:p>
            <a:r>
              <a:rPr lang="en-US" i="1" dirty="0"/>
              <a:t>Google self-driving car</a:t>
            </a:r>
            <a:endParaRPr lang="en-US" dirty="0"/>
          </a:p>
          <a:p>
            <a:endParaRPr lang="en-US" dirty="0"/>
          </a:p>
        </p:txBody>
      </p:sp>
      <p:sp>
        <p:nvSpPr>
          <p:cNvPr id="21" name="Text Placeholder 20">
            <a:extLst>
              <a:ext uri="{FF2B5EF4-FFF2-40B4-BE49-F238E27FC236}">
                <a16:creationId xmlns:a16="http://schemas.microsoft.com/office/drawing/2014/main" id="{20D8FDCF-E301-AD11-6C27-2B6EBDD6CCA5}"/>
              </a:ext>
            </a:extLst>
          </p:cNvPr>
          <p:cNvSpPr>
            <a:spLocks noGrp="1"/>
          </p:cNvSpPr>
          <p:nvPr>
            <p:ph type="body" sz="quarter" idx="25"/>
          </p:nvPr>
        </p:nvSpPr>
        <p:spPr/>
        <p:txBody>
          <a:bodyPr/>
          <a:lstStyle/>
          <a:p>
            <a:r>
              <a:rPr lang="en-US" dirty="0"/>
              <a:t>Geoffrey Hinton’s breakthrough on neural networks.</a:t>
            </a:r>
          </a:p>
          <a:p>
            <a:endParaRPr lang="en-US" dirty="0"/>
          </a:p>
        </p:txBody>
      </p:sp>
      <p:sp>
        <p:nvSpPr>
          <p:cNvPr id="25" name="Text Placeholder 24">
            <a:extLst>
              <a:ext uri="{FF2B5EF4-FFF2-40B4-BE49-F238E27FC236}">
                <a16:creationId xmlns:a16="http://schemas.microsoft.com/office/drawing/2014/main" id="{B9A1FABC-DFA4-258B-B4B2-A6349E47F55C}"/>
              </a:ext>
            </a:extLst>
          </p:cNvPr>
          <p:cNvSpPr>
            <a:spLocks noGrp="1"/>
          </p:cNvSpPr>
          <p:nvPr>
            <p:ph type="body" sz="quarter" idx="26"/>
          </p:nvPr>
        </p:nvSpPr>
        <p:spPr/>
        <p:txBody>
          <a:bodyPr/>
          <a:lstStyle/>
          <a:p>
            <a:r>
              <a:rPr lang="en-US" dirty="0"/>
              <a:t>Autonomous systems enter the mainstream.</a:t>
            </a:r>
          </a:p>
          <a:p>
            <a:endParaRPr lang="en-US" dirty="0"/>
          </a:p>
        </p:txBody>
      </p:sp>
      <p:sp>
        <p:nvSpPr>
          <p:cNvPr id="29" name="Picture Placeholder 28">
            <a:extLst>
              <a:ext uri="{FF2B5EF4-FFF2-40B4-BE49-F238E27FC236}">
                <a16:creationId xmlns:a16="http://schemas.microsoft.com/office/drawing/2014/main" id="{1A18EAD4-F553-A012-0780-4E58577591CC}"/>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674493C5-56EB-B24B-16DA-62C553EC2375}"/>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BD603073-9D87-0192-7465-C84A2CA504D0}"/>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855A5598-14CA-F1A3-B189-7484000B1369}"/>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42A2ADA5-9A3B-B707-E4A7-CA257F690841}"/>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6A5F77EC-7876-9592-DBB3-CF8343B86F75}"/>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BCABC126-303F-99C4-7E23-0A091431CDD2}"/>
              </a:ext>
            </a:extLst>
          </p:cNvPr>
          <p:cNvSpPr>
            <a:spLocks noGrp="1"/>
          </p:cNvSpPr>
          <p:nvPr>
            <p:ph type="pic" sz="quarter" idx="32"/>
          </p:nvPr>
        </p:nvSpPr>
        <p:spPr/>
        <p:txBody>
          <a:bodyPr/>
          <a:lstStyle/>
          <a:p>
            <a:endParaRPr lang="en-US"/>
          </a:p>
        </p:txBody>
      </p:sp>
      <p:pic>
        <p:nvPicPr>
          <p:cNvPr id="5122" name="Picture 2">
            <a:extLst>
              <a:ext uri="{FF2B5EF4-FFF2-40B4-BE49-F238E27FC236}">
                <a16:creationId xmlns:a16="http://schemas.microsoft.com/office/drawing/2014/main" id="{19F954A6-C18D-923A-2936-C906EF4EF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69318"/>
            <a:ext cx="1677741" cy="1788681"/>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google-self-driving-car-prototype-front-three-quarters-1">
            <a:extLst>
              <a:ext uri="{FF2B5EF4-FFF2-40B4-BE49-F238E27FC236}">
                <a16:creationId xmlns:a16="http://schemas.microsoft.com/office/drawing/2014/main" id="{CE62CDC7-7776-971D-D9B7-05FFB7FA199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8" name="Picture 8" descr="google-self-driving-car-prototype-front-three-quarters-1">
            <a:extLst>
              <a:ext uri="{FF2B5EF4-FFF2-40B4-BE49-F238E27FC236}">
                <a16:creationId xmlns:a16="http://schemas.microsoft.com/office/drawing/2014/main" id="{5B6720B2-720C-6678-244C-E0D06A29C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5716" y="5069318"/>
            <a:ext cx="1771244" cy="1740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0598-92FD-40FC-500B-6E7DF321D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7C70F-0DBC-C92A-2259-1BC0B6E5DB63}"/>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119015BC-8C15-7C94-3C12-8C9662FB8E27}"/>
              </a:ext>
            </a:extLst>
          </p:cNvPr>
          <p:cNvSpPr>
            <a:spLocks noGrp="1"/>
          </p:cNvSpPr>
          <p:nvPr>
            <p:ph type="body" sz="quarter" idx="10"/>
          </p:nvPr>
        </p:nvSpPr>
        <p:spPr/>
        <p:txBody>
          <a:bodyPr/>
          <a:lstStyle/>
          <a:p>
            <a:r>
              <a:rPr lang="en-US" dirty="0"/>
              <a:t>Deep Learning Revolution (2010</a:t>
            </a:r>
            <a:r>
              <a:rPr lang="en-US" sz="1200" dirty="0"/>
              <a:t>s</a:t>
            </a:r>
            <a:r>
              <a:rPr lang="en-US" dirty="0"/>
              <a:t>)</a:t>
            </a:r>
          </a:p>
        </p:txBody>
      </p:sp>
      <p:cxnSp>
        <p:nvCxnSpPr>
          <p:cNvPr id="197" name="Straight Connector 196">
            <a:extLst>
              <a:ext uri="{FF2B5EF4-FFF2-40B4-BE49-F238E27FC236}">
                <a16:creationId xmlns:a16="http://schemas.microsoft.com/office/drawing/2014/main" id="{1158C7EB-E542-54AD-7B6F-58C0A013FC44}"/>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7BAD30-54F9-59E0-2692-64FEBAE91D6C}"/>
              </a:ext>
            </a:extLst>
          </p:cNvPr>
          <p:cNvSpPr>
            <a:spLocks noGrp="1"/>
          </p:cNvSpPr>
          <p:nvPr>
            <p:ph type="body" sz="quarter" idx="13"/>
          </p:nvPr>
        </p:nvSpPr>
        <p:spPr/>
        <p:txBody>
          <a:bodyPr/>
          <a:lstStyle/>
          <a:p>
            <a:r>
              <a:rPr lang="en-US" dirty="0"/>
              <a:t>2016</a:t>
            </a:r>
          </a:p>
        </p:txBody>
      </p:sp>
      <p:sp>
        <p:nvSpPr>
          <p:cNvPr id="6" name="Text Placeholder 5">
            <a:extLst>
              <a:ext uri="{FF2B5EF4-FFF2-40B4-BE49-F238E27FC236}">
                <a16:creationId xmlns:a16="http://schemas.microsoft.com/office/drawing/2014/main" id="{CB4D97DF-0E5F-7951-23A0-799B721B03D9}"/>
              </a:ext>
            </a:extLst>
          </p:cNvPr>
          <p:cNvSpPr>
            <a:spLocks noGrp="1"/>
          </p:cNvSpPr>
          <p:nvPr>
            <p:ph type="body" sz="quarter" idx="14"/>
          </p:nvPr>
        </p:nvSpPr>
        <p:spPr/>
        <p:txBody>
          <a:bodyPr/>
          <a:lstStyle/>
          <a:p>
            <a:r>
              <a:rPr lang="en-US" dirty="0"/>
              <a:t>2018</a:t>
            </a:r>
          </a:p>
        </p:txBody>
      </p:sp>
      <p:sp>
        <p:nvSpPr>
          <p:cNvPr id="8" name="Text Placeholder 7">
            <a:extLst>
              <a:ext uri="{FF2B5EF4-FFF2-40B4-BE49-F238E27FC236}">
                <a16:creationId xmlns:a16="http://schemas.microsoft.com/office/drawing/2014/main" id="{345E4434-027B-4451-7A08-E36E680353E4}"/>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BFC65A97-1959-268B-6B5B-4F543DD54A30}"/>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398148A1-317A-FA94-6BA8-AF18406797D9}"/>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5BEEA473-F3EE-FE5B-10C9-016AAC778B25}"/>
              </a:ext>
            </a:extLst>
          </p:cNvPr>
          <p:cNvSpPr>
            <a:spLocks noGrp="1"/>
          </p:cNvSpPr>
          <p:nvPr>
            <p:ph type="body" sz="quarter" idx="20"/>
          </p:nvPr>
        </p:nvSpPr>
        <p:spPr/>
        <p:txBody>
          <a:bodyPr/>
          <a:lstStyle/>
          <a:p>
            <a:r>
              <a:rPr lang="en-US" i="1" dirty="0"/>
              <a:t>AlphaGo defeats Lee Sedol</a:t>
            </a:r>
            <a:endParaRPr lang="en-US" dirty="0"/>
          </a:p>
          <a:p>
            <a:endParaRPr lang="en-US" dirty="0"/>
          </a:p>
        </p:txBody>
      </p:sp>
      <p:sp>
        <p:nvSpPr>
          <p:cNvPr id="16" name="Text Placeholder 15">
            <a:extLst>
              <a:ext uri="{FF2B5EF4-FFF2-40B4-BE49-F238E27FC236}">
                <a16:creationId xmlns:a16="http://schemas.microsoft.com/office/drawing/2014/main" id="{33607D55-EFAA-E0FB-16CC-A60BA53774AF}"/>
              </a:ext>
            </a:extLst>
          </p:cNvPr>
          <p:cNvSpPr>
            <a:spLocks noGrp="1"/>
          </p:cNvSpPr>
          <p:nvPr>
            <p:ph type="body" sz="quarter" idx="21"/>
          </p:nvPr>
        </p:nvSpPr>
        <p:spPr/>
        <p:txBody>
          <a:bodyPr/>
          <a:lstStyle/>
          <a:p>
            <a:r>
              <a:rPr lang="en-US" i="1" dirty="0"/>
              <a:t>BERT &amp; GPT launched</a:t>
            </a:r>
            <a:endParaRPr lang="en-US" dirty="0"/>
          </a:p>
        </p:txBody>
      </p:sp>
      <p:sp>
        <p:nvSpPr>
          <p:cNvPr id="18" name="Text Placeholder 17">
            <a:extLst>
              <a:ext uri="{FF2B5EF4-FFF2-40B4-BE49-F238E27FC236}">
                <a16:creationId xmlns:a16="http://schemas.microsoft.com/office/drawing/2014/main" id="{206F2B39-3B3C-05ED-8204-D32059EC4785}"/>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18FC2E29-EB70-9DAC-4764-9B0E7A90F83A}"/>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E65623C0-A3F2-5C3A-C3F8-3F9B80A6FB70}"/>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0AC52EB6-AF0E-3C69-04E9-F6945EE63968}"/>
              </a:ext>
            </a:extLst>
          </p:cNvPr>
          <p:cNvSpPr>
            <a:spLocks noGrp="1"/>
          </p:cNvSpPr>
          <p:nvPr>
            <p:ph type="body" sz="quarter" idx="27"/>
          </p:nvPr>
        </p:nvSpPr>
        <p:spPr/>
        <p:txBody>
          <a:bodyPr/>
          <a:lstStyle/>
          <a:p>
            <a:r>
              <a:rPr lang="en-US" dirty="0"/>
              <a:t>Reinforcement learning triumph.</a:t>
            </a:r>
          </a:p>
          <a:p>
            <a:endParaRPr lang="en-US" dirty="0"/>
          </a:p>
        </p:txBody>
      </p:sp>
      <p:sp>
        <p:nvSpPr>
          <p:cNvPr id="26" name="Text Placeholder 25">
            <a:extLst>
              <a:ext uri="{FF2B5EF4-FFF2-40B4-BE49-F238E27FC236}">
                <a16:creationId xmlns:a16="http://schemas.microsoft.com/office/drawing/2014/main" id="{1B448E98-AA5D-4EB6-55A6-70B47C810547}"/>
              </a:ext>
            </a:extLst>
          </p:cNvPr>
          <p:cNvSpPr>
            <a:spLocks noGrp="1"/>
          </p:cNvSpPr>
          <p:nvPr>
            <p:ph type="body" sz="quarter" idx="28"/>
          </p:nvPr>
        </p:nvSpPr>
        <p:spPr/>
        <p:txBody>
          <a:bodyPr/>
          <a:lstStyle/>
          <a:p>
            <a:r>
              <a:rPr lang="en-US" dirty="0"/>
              <a:t>Beginning of the transformer revolution.</a:t>
            </a:r>
          </a:p>
          <a:p>
            <a:endParaRPr lang="en-US" dirty="0"/>
          </a:p>
        </p:txBody>
      </p:sp>
      <p:sp>
        <p:nvSpPr>
          <p:cNvPr id="28" name="Text Placeholder 27">
            <a:extLst>
              <a:ext uri="{FF2B5EF4-FFF2-40B4-BE49-F238E27FC236}">
                <a16:creationId xmlns:a16="http://schemas.microsoft.com/office/drawing/2014/main" id="{A8990B4D-E2D4-A111-65A7-3BF1AA8AF0D8}"/>
              </a:ext>
            </a:extLst>
          </p:cNvPr>
          <p:cNvSpPr>
            <a:spLocks noGrp="1"/>
          </p:cNvSpPr>
          <p:nvPr>
            <p:ph type="body" sz="quarter" idx="29"/>
          </p:nvPr>
        </p:nvSpPr>
        <p:spPr>
          <a:xfrm>
            <a:off x="6960126" y="3588496"/>
            <a:ext cx="1516483" cy="1176023"/>
          </a:xfrm>
        </p:spPr>
        <p:txBody>
          <a:bodyPr/>
          <a:lstStyle/>
          <a:p>
            <a:endParaRPr lang="en-US"/>
          </a:p>
        </p:txBody>
      </p:sp>
      <p:sp>
        <p:nvSpPr>
          <p:cNvPr id="30" name="Text Placeholder 29">
            <a:extLst>
              <a:ext uri="{FF2B5EF4-FFF2-40B4-BE49-F238E27FC236}">
                <a16:creationId xmlns:a16="http://schemas.microsoft.com/office/drawing/2014/main" id="{6671F513-3A62-C623-7A1D-89AC9D873552}"/>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184EAB97-0986-15A7-DE86-274F6A50D2E5}"/>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8A89152B-FE78-9259-7E03-628F2696E9C5}"/>
              </a:ext>
            </a:extLst>
          </p:cNvPr>
          <p:cNvSpPr>
            <a:spLocks noGrp="1"/>
          </p:cNvSpPr>
          <p:nvPr>
            <p:ph type="body" sz="quarter" idx="11"/>
          </p:nvPr>
        </p:nvSpPr>
        <p:spPr/>
        <p:txBody>
          <a:bodyPr/>
          <a:lstStyle/>
          <a:p>
            <a:r>
              <a:rPr lang="en-US" dirty="0"/>
              <a:t>2011</a:t>
            </a:r>
          </a:p>
        </p:txBody>
      </p:sp>
      <p:sp>
        <p:nvSpPr>
          <p:cNvPr id="9" name="Text Placeholder 8">
            <a:extLst>
              <a:ext uri="{FF2B5EF4-FFF2-40B4-BE49-F238E27FC236}">
                <a16:creationId xmlns:a16="http://schemas.microsoft.com/office/drawing/2014/main" id="{4E40050B-C0D0-F40B-671C-D35CE13BD572}"/>
              </a:ext>
            </a:extLst>
          </p:cNvPr>
          <p:cNvSpPr>
            <a:spLocks noGrp="1"/>
          </p:cNvSpPr>
          <p:nvPr>
            <p:ph type="body" sz="quarter" idx="12"/>
          </p:nvPr>
        </p:nvSpPr>
        <p:spPr/>
        <p:txBody>
          <a:bodyPr/>
          <a:lstStyle/>
          <a:p>
            <a:r>
              <a:rPr lang="en-US" dirty="0"/>
              <a:t>2012</a:t>
            </a:r>
          </a:p>
        </p:txBody>
      </p:sp>
      <p:sp>
        <p:nvSpPr>
          <p:cNvPr id="13" name="Text Placeholder 12">
            <a:extLst>
              <a:ext uri="{FF2B5EF4-FFF2-40B4-BE49-F238E27FC236}">
                <a16:creationId xmlns:a16="http://schemas.microsoft.com/office/drawing/2014/main" id="{BE936F60-CDE8-E60A-84A2-DE86DAE01689}"/>
              </a:ext>
            </a:extLst>
          </p:cNvPr>
          <p:cNvSpPr>
            <a:spLocks noGrp="1"/>
          </p:cNvSpPr>
          <p:nvPr>
            <p:ph type="body" sz="quarter" idx="18"/>
          </p:nvPr>
        </p:nvSpPr>
        <p:spPr/>
        <p:txBody>
          <a:bodyPr/>
          <a:lstStyle/>
          <a:p>
            <a:r>
              <a:rPr lang="en-US" i="1" dirty="0"/>
              <a:t>IBM Watson wins Jeopardy!</a:t>
            </a:r>
            <a:endParaRPr lang="en-US" dirty="0"/>
          </a:p>
          <a:p>
            <a:endParaRPr lang="en-US" dirty="0"/>
          </a:p>
        </p:txBody>
      </p:sp>
      <p:sp>
        <p:nvSpPr>
          <p:cNvPr id="17" name="Text Placeholder 16">
            <a:extLst>
              <a:ext uri="{FF2B5EF4-FFF2-40B4-BE49-F238E27FC236}">
                <a16:creationId xmlns:a16="http://schemas.microsoft.com/office/drawing/2014/main" id="{C626EF14-31FA-0ED3-B51D-662ACEA996F8}"/>
              </a:ext>
            </a:extLst>
          </p:cNvPr>
          <p:cNvSpPr>
            <a:spLocks noGrp="1"/>
          </p:cNvSpPr>
          <p:nvPr>
            <p:ph type="body" sz="quarter" idx="19"/>
          </p:nvPr>
        </p:nvSpPr>
        <p:spPr>
          <a:xfrm>
            <a:off x="2083027" y="2615508"/>
            <a:ext cx="1516483" cy="677239"/>
          </a:xfrm>
        </p:spPr>
        <p:txBody>
          <a:bodyPr/>
          <a:lstStyle/>
          <a:p>
            <a:r>
              <a:rPr lang="en-US" dirty="0" err="1"/>
              <a:t>AlexNet</a:t>
            </a:r>
            <a:r>
              <a:rPr lang="en-US" dirty="0"/>
              <a:t> wins ImageNet</a:t>
            </a:r>
          </a:p>
        </p:txBody>
      </p:sp>
      <p:sp>
        <p:nvSpPr>
          <p:cNvPr id="21" name="Text Placeholder 20">
            <a:extLst>
              <a:ext uri="{FF2B5EF4-FFF2-40B4-BE49-F238E27FC236}">
                <a16:creationId xmlns:a16="http://schemas.microsoft.com/office/drawing/2014/main" id="{A362B47B-1A92-7075-7564-5F5D7F41771D}"/>
              </a:ext>
            </a:extLst>
          </p:cNvPr>
          <p:cNvSpPr>
            <a:spLocks noGrp="1"/>
          </p:cNvSpPr>
          <p:nvPr>
            <p:ph type="body" sz="quarter" idx="25"/>
          </p:nvPr>
        </p:nvSpPr>
        <p:spPr/>
        <p:txBody>
          <a:bodyPr/>
          <a:lstStyle/>
          <a:p>
            <a:r>
              <a:rPr lang="en-US" dirty="0"/>
              <a:t>Natural language understanding reaches a milestone.</a:t>
            </a:r>
          </a:p>
          <a:p>
            <a:endParaRPr lang="en-US" dirty="0"/>
          </a:p>
        </p:txBody>
      </p:sp>
      <p:sp>
        <p:nvSpPr>
          <p:cNvPr id="25" name="Text Placeholder 24">
            <a:extLst>
              <a:ext uri="{FF2B5EF4-FFF2-40B4-BE49-F238E27FC236}">
                <a16:creationId xmlns:a16="http://schemas.microsoft.com/office/drawing/2014/main" id="{8B3AE942-06A7-6086-0C76-46418F8CF81E}"/>
              </a:ext>
            </a:extLst>
          </p:cNvPr>
          <p:cNvSpPr>
            <a:spLocks noGrp="1"/>
          </p:cNvSpPr>
          <p:nvPr>
            <p:ph type="body" sz="quarter" idx="26"/>
          </p:nvPr>
        </p:nvSpPr>
        <p:spPr/>
        <p:txBody>
          <a:bodyPr/>
          <a:lstStyle/>
          <a:p>
            <a:r>
              <a:rPr lang="en-US" dirty="0"/>
              <a:t>Deep neural networks outperform traditional ML.</a:t>
            </a:r>
          </a:p>
          <a:p>
            <a:endParaRPr lang="en-US" dirty="0"/>
          </a:p>
        </p:txBody>
      </p:sp>
      <p:sp>
        <p:nvSpPr>
          <p:cNvPr id="29" name="Picture Placeholder 28">
            <a:extLst>
              <a:ext uri="{FF2B5EF4-FFF2-40B4-BE49-F238E27FC236}">
                <a16:creationId xmlns:a16="http://schemas.microsoft.com/office/drawing/2014/main" id="{39D651C7-6EE4-8DD2-8DF5-34F76EE198A3}"/>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3018B55A-DE92-8EB5-E4A8-71566A5A7F55}"/>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F03A8D9A-BF41-1EC4-E5B4-F2017D9D103A}"/>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4FAF387B-4CE0-6944-CBED-BC6358B366A1}"/>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C6DE5309-9049-272A-BD45-64E89A85283D}"/>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AAC0968B-AEE9-6DB9-BD29-C3E72B6D1034}"/>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22DBC9DB-B573-565A-2B94-ACA3E0AA7334}"/>
              </a:ext>
            </a:extLst>
          </p:cNvPr>
          <p:cNvSpPr>
            <a:spLocks noGrp="1"/>
          </p:cNvSpPr>
          <p:nvPr>
            <p:ph type="pic" sz="quarter" idx="32"/>
          </p:nvPr>
        </p:nvSpPr>
        <p:spPr/>
        <p:txBody>
          <a:bodyPr/>
          <a:lstStyle/>
          <a:p>
            <a:endParaRPr lang="en-US"/>
          </a:p>
        </p:txBody>
      </p:sp>
      <p:pic>
        <p:nvPicPr>
          <p:cNvPr id="4098" name="Picture 2" descr="Alexnet convolutional neural network">
            <a:extLst>
              <a:ext uri="{FF2B5EF4-FFF2-40B4-BE49-F238E27FC236}">
                <a16:creationId xmlns:a16="http://schemas.microsoft.com/office/drawing/2014/main" id="{EF871930-0B5F-FB6F-DB99-5B4AA63FE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575" y="5010912"/>
            <a:ext cx="1672366" cy="183625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oogle's AlphaGo defeats South Korean Go master Lee Sedol">
            <a:extLst>
              <a:ext uri="{FF2B5EF4-FFF2-40B4-BE49-F238E27FC236}">
                <a16:creationId xmlns:a16="http://schemas.microsoft.com/office/drawing/2014/main" id="{09D4E9DB-08D6-2185-17E4-57E077460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4024" y="5042088"/>
            <a:ext cx="1709928" cy="18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45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A07C5-F2A0-1D53-B293-A53851EF3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99DAC-51A3-EF2B-2303-D16587E422C8}"/>
              </a:ext>
            </a:extLst>
          </p:cNvPr>
          <p:cNvSpPr>
            <a:spLocks noGrp="1"/>
          </p:cNvSpPr>
          <p:nvPr>
            <p:ph type="title"/>
          </p:nvPr>
        </p:nvSpPr>
        <p:spPr/>
        <p:txBody>
          <a:bodyPr/>
          <a:lstStyle/>
          <a:p>
            <a:r>
              <a:rPr lang="en-US" dirty="0"/>
              <a:t>AI Timeline</a:t>
            </a:r>
          </a:p>
        </p:txBody>
      </p:sp>
      <p:sp>
        <p:nvSpPr>
          <p:cNvPr id="33" name="Text Placeholder 32">
            <a:extLst>
              <a:ext uri="{FF2B5EF4-FFF2-40B4-BE49-F238E27FC236}">
                <a16:creationId xmlns:a16="http://schemas.microsoft.com/office/drawing/2014/main" id="{35DA1BED-A7C2-7455-BA63-B456E63FFB8D}"/>
              </a:ext>
            </a:extLst>
          </p:cNvPr>
          <p:cNvSpPr>
            <a:spLocks noGrp="1"/>
          </p:cNvSpPr>
          <p:nvPr>
            <p:ph type="body" sz="quarter" idx="10"/>
          </p:nvPr>
        </p:nvSpPr>
        <p:spPr>
          <a:xfrm>
            <a:off x="436492" y="1296083"/>
            <a:ext cx="11755508" cy="574675"/>
          </a:xfrm>
        </p:spPr>
        <p:txBody>
          <a:bodyPr/>
          <a:lstStyle/>
          <a:p>
            <a:r>
              <a:rPr lang="it-IT" dirty="0"/>
              <a:t>Generative AI and Cloud Era </a:t>
            </a:r>
            <a:r>
              <a:rPr lang="en-US" dirty="0"/>
              <a:t>(2020</a:t>
            </a:r>
            <a:r>
              <a:rPr lang="en-US" sz="1200" dirty="0"/>
              <a:t>s</a:t>
            </a:r>
            <a:r>
              <a:rPr lang="en-US" dirty="0"/>
              <a:t>)</a:t>
            </a:r>
          </a:p>
        </p:txBody>
      </p:sp>
      <p:cxnSp>
        <p:nvCxnSpPr>
          <p:cNvPr id="197" name="Straight Connector 196">
            <a:extLst>
              <a:ext uri="{FF2B5EF4-FFF2-40B4-BE49-F238E27FC236}">
                <a16:creationId xmlns:a16="http://schemas.microsoft.com/office/drawing/2014/main" id="{1C2B93B6-A7BE-19BB-A82B-D4C26C0F2F84}"/>
              </a:ext>
              <a:ext uri="{C183D7F6-B498-43B3-948B-1728B52AA6E4}">
                <adec:decorative xmlns:adec="http://schemas.microsoft.com/office/drawing/2017/decorative" val="1"/>
              </a:ext>
            </a:extLst>
          </p:cNvPr>
          <p:cNvCxnSpPr>
            <a:cxnSpLocks/>
          </p:cNvCxnSpPr>
          <p:nvPr/>
        </p:nvCxnSpPr>
        <p:spPr>
          <a:xfrm>
            <a:off x="566162" y="3351152"/>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9FB2555-BBED-FF67-62DD-553FB7F82E57}"/>
              </a:ext>
            </a:extLst>
          </p:cNvPr>
          <p:cNvSpPr>
            <a:spLocks noGrp="1"/>
          </p:cNvSpPr>
          <p:nvPr>
            <p:ph type="body" sz="quarter" idx="13"/>
          </p:nvPr>
        </p:nvSpPr>
        <p:spPr/>
        <p:txBody>
          <a:bodyPr/>
          <a:lstStyle/>
          <a:p>
            <a:r>
              <a:rPr lang="en-US" dirty="0"/>
              <a:t>2025</a:t>
            </a:r>
          </a:p>
        </p:txBody>
      </p:sp>
      <p:sp>
        <p:nvSpPr>
          <p:cNvPr id="6" name="Text Placeholder 5">
            <a:extLst>
              <a:ext uri="{FF2B5EF4-FFF2-40B4-BE49-F238E27FC236}">
                <a16:creationId xmlns:a16="http://schemas.microsoft.com/office/drawing/2014/main" id="{65BB94F7-B20D-0F8E-BFA9-5173AD48DDFD}"/>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A5E18FF2-466A-6BED-9A8B-DA8F4F749D6C}"/>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3EA386E7-8936-A955-1FB3-170D6A910078}"/>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C2E1CF39-ED00-573C-306D-FE889DA729AF}"/>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0800C496-DB57-4180-E5E0-CF0ECDA9B100}"/>
              </a:ext>
            </a:extLst>
          </p:cNvPr>
          <p:cNvSpPr>
            <a:spLocks noGrp="1"/>
          </p:cNvSpPr>
          <p:nvPr>
            <p:ph type="body" sz="quarter" idx="20"/>
          </p:nvPr>
        </p:nvSpPr>
        <p:spPr/>
        <p:txBody>
          <a:bodyPr/>
          <a:lstStyle/>
          <a:p>
            <a:r>
              <a:rPr lang="en-US" i="1" dirty="0"/>
              <a:t>AI Ethics and AGI Research</a:t>
            </a:r>
            <a:endParaRPr lang="en-US" dirty="0"/>
          </a:p>
          <a:p>
            <a:endParaRPr lang="en-US" dirty="0"/>
          </a:p>
        </p:txBody>
      </p:sp>
      <p:sp>
        <p:nvSpPr>
          <p:cNvPr id="16" name="Text Placeholder 15">
            <a:extLst>
              <a:ext uri="{FF2B5EF4-FFF2-40B4-BE49-F238E27FC236}">
                <a16:creationId xmlns:a16="http://schemas.microsoft.com/office/drawing/2014/main" id="{958CD10B-30E0-E854-EF75-F0C9ACC53347}"/>
              </a:ext>
            </a:extLst>
          </p:cNvPr>
          <p:cNvSpPr>
            <a:spLocks noGrp="1"/>
          </p:cNvSpPr>
          <p:nvPr>
            <p:ph type="body" sz="quarter" idx="21"/>
          </p:nvPr>
        </p:nvSpPr>
        <p:spPr/>
        <p:txBody>
          <a:bodyPr/>
          <a:lstStyle/>
          <a:p>
            <a:endParaRPr lang="en-US"/>
          </a:p>
        </p:txBody>
      </p:sp>
      <p:sp>
        <p:nvSpPr>
          <p:cNvPr id="18" name="Text Placeholder 17">
            <a:extLst>
              <a:ext uri="{FF2B5EF4-FFF2-40B4-BE49-F238E27FC236}">
                <a16:creationId xmlns:a16="http://schemas.microsoft.com/office/drawing/2014/main" id="{06A0A4D6-D07F-A9E1-E269-25DE87270B2D}"/>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19CF3B3A-4713-968A-B9E6-96FF6FDF0AEE}"/>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5E297FFB-45E1-69C1-3F22-F7EDCA7544D9}"/>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1CA775DB-1534-A5E7-F940-EA46970D8954}"/>
              </a:ext>
            </a:extLst>
          </p:cNvPr>
          <p:cNvSpPr>
            <a:spLocks noGrp="1"/>
          </p:cNvSpPr>
          <p:nvPr>
            <p:ph type="body" sz="quarter" idx="27"/>
          </p:nvPr>
        </p:nvSpPr>
        <p:spPr/>
        <p:txBody>
          <a:bodyPr/>
          <a:lstStyle/>
          <a:p>
            <a:r>
              <a:rPr lang="en-US" dirty="0"/>
              <a:t>Focus shifts to safety, governance, and collaboration.</a:t>
            </a:r>
          </a:p>
          <a:p>
            <a:endParaRPr lang="en-US" dirty="0"/>
          </a:p>
        </p:txBody>
      </p:sp>
      <p:sp>
        <p:nvSpPr>
          <p:cNvPr id="26" name="Text Placeholder 25">
            <a:extLst>
              <a:ext uri="{FF2B5EF4-FFF2-40B4-BE49-F238E27FC236}">
                <a16:creationId xmlns:a16="http://schemas.microsoft.com/office/drawing/2014/main" id="{0E3644B6-273A-4955-8608-7C07E4B6176B}"/>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B50376E6-C652-C882-6705-B21D6881C20A}"/>
              </a:ext>
            </a:extLst>
          </p:cNvPr>
          <p:cNvSpPr>
            <a:spLocks noGrp="1"/>
          </p:cNvSpPr>
          <p:nvPr>
            <p:ph type="body" sz="quarter" idx="29"/>
          </p:nvPr>
        </p:nvSpPr>
        <p:spPr>
          <a:xfrm>
            <a:off x="6960126" y="3588496"/>
            <a:ext cx="1516483" cy="1176023"/>
          </a:xfrm>
        </p:spPr>
        <p:txBody>
          <a:bodyPr/>
          <a:lstStyle/>
          <a:p>
            <a:endParaRPr lang="en-US"/>
          </a:p>
        </p:txBody>
      </p:sp>
      <p:sp>
        <p:nvSpPr>
          <p:cNvPr id="30" name="Text Placeholder 29">
            <a:extLst>
              <a:ext uri="{FF2B5EF4-FFF2-40B4-BE49-F238E27FC236}">
                <a16:creationId xmlns:a16="http://schemas.microsoft.com/office/drawing/2014/main" id="{F62B09EC-D513-1FF0-4B40-374AC546B219}"/>
              </a:ext>
            </a:extLst>
          </p:cNvPr>
          <p:cNvSpPr>
            <a:spLocks noGrp="1"/>
          </p:cNvSpPr>
          <p:nvPr>
            <p:ph type="body" sz="quarter" idx="30"/>
          </p:nvPr>
        </p:nvSpPr>
        <p:spPr/>
        <p:txBody>
          <a:bodyPr/>
          <a:lstStyle/>
          <a:p>
            <a:endParaRPr lang="en-US"/>
          </a:p>
        </p:txBody>
      </p:sp>
      <p:sp>
        <p:nvSpPr>
          <p:cNvPr id="32" name="Text Placeholder 31">
            <a:extLst>
              <a:ext uri="{FF2B5EF4-FFF2-40B4-BE49-F238E27FC236}">
                <a16:creationId xmlns:a16="http://schemas.microsoft.com/office/drawing/2014/main" id="{6274F976-22A3-9530-55A0-A547D4B4B831}"/>
              </a:ext>
            </a:extLst>
          </p:cNvPr>
          <p:cNvSpPr>
            <a:spLocks noGrp="1"/>
          </p:cNvSpPr>
          <p:nvPr>
            <p:ph type="body" sz="quarter" idx="31"/>
          </p:nvPr>
        </p:nvSpPr>
        <p:spPr/>
        <p:txBody>
          <a:bodyPr/>
          <a:lstStyle/>
          <a:p>
            <a:endParaRPr lang="en-US"/>
          </a:p>
        </p:txBody>
      </p:sp>
      <p:sp>
        <p:nvSpPr>
          <p:cNvPr id="5" name="Text Placeholder 4">
            <a:extLst>
              <a:ext uri="{FF2B5EF4-FFF2-40B4-BE49-F238E27FC236}">
                <a16:creationId xmlns:a16="http://schemas.microsoft.com/office/drawing/2014/main" id="{4C098DB9-FD84-3A51-989D-8C0697C32A0F}"/>
              </a:ext>
            </a:extLst>
          </p:cNvPr>
          <p:cNvSpPr>
            <a:spLocks noGrp="1"/>
          </p:cNvSpPr>
          <p:nvPr>
            <p:ph type="body" sz="quarter" idx="11"/>
          </p:nvPr>
        </p:nvSpPr>
        <p:spPr/>
        <p:txBody>
          <a:bodyPr/>
          <a:lstStyle/>
          <a:p>
            <a:r>
              <a:rPr lang="en-US" dirty="0"/>
              <a:t>2020</a:t>
            </a:r>
          </a:p>
        </p:txBody>
      </p:sp>
      <p:sp>
        <p:nvSpPr>
          <p:cNvPr id="9" name="Text Placeholder 8">
            <a:extLst>
              <a:ext uri="{FF2B5EF4-FFF2-40B4-BE49-F238E27FC236}">
                <a16:creationId xmlns:a16="http://schemas.microsoft.com/office/drawing/2014/main" id="{1F2CEDA0-815D-B1AD-F5A0-4A5CB1818E8F}"/>
              </a:ext>
            </a:extLst>
          </p:cNvPr>
          <p:cNvSpPr>
            <a:spLocks noGrp="1"/>
          </p:cNvSpPr>
          <p:nvPr>
            <p:ph type="body" sz="quarter" idx="12"/>
          </p:nvPr>
        </p:nvSpPr>
        <p:spPr/>
        <p:txBody>
          <a:bodyPr/>
          <a:lstStyle/>
          <a:p>
            <a:r>
              <a:rPr lang="en-US" dirty="0"/>
              <a:t>2022</a:t>
            </a:r>
          </a:p>
        </p:txBody>
      </p:sp>
      <p:sp>
        <p:nvSpPr>
          <p:cNvPr id="13" name="Text Placeholder 12">
            <a:extLst>
              <a:ext uri="{FF2B5EF4-FFF2-40B4-BE49-F238E27FC236}">
                <a16:creationId xmlns:a16="http://schemas.microsoft.com/office/drawing/2014/main" id="{398FA213-38A8-BAF0-A6A7-96BEEEA2701A}"/>
              </a:ext>
            </a:extLst>
          </p:cNvPr>
          <p:cNvSpPr>
            <a:spLocks noGrp="1"/>
          </p:cNvSpPr>
          <p:nvPr>
            <p:ph type="body" sz="quarter" idx="18"/>
          </p:nvPr>
        </p:nvSpPr>
        <p:spPr/>
        <p:txBody>
          <a:bodyPr/>
          <a:lstStyle/>
          <a:p>
            <a:r>
              <a:rPr lang="en-US" i="1" dirty="0"/>
              <a:t>Cloud computing democratizes AI</a:t>
            </a:r>
            <a:endParaRPr lang="en-US" dirty="0"/>
          </a:p>
          <a:p>
            <a:endParaRPr lang="en-US" dirty="0"/>
          </a:p>
        </p:txBody>
      </p:sp>
      <p:sp>
        <p:nvSpPr>
          <p:cNvPr id="17" name="Text Placeholder 16">
            <a:extLst>
              <a:ext uri="{FF2B5EF4-FFF2-40B4-BE49-F238E27FC236}">
                <a16:creationId xmlns:a16="http://schemas.microsoft.com/office/drawing/2014/main" id="{2B178FB1-BB74-50B8-19FA-70AC1FF336BC}"/>
              </a:ext>
            </a:extLst>
          </p:cNvPr>
          <p:cNvSpPr>
            <a:spLocks noGrp="1"/>
          </p:cNvSpPr>
          <p:nvPr>
            <p:ph type="body" sz="quarter" idx="19"/>
          </p:nvPr>
        </p:nvSpPr>
        <p:spPr/>
        <p:txBody>
          <a:bodyPr/>
          <a:lstStyle/>
          <a:p>
            <a:r>
              <a:rPr lang="en-US" i="1" dirty="0"/>
              <a:t>ChatGPT launches</a:t>
            </a:r>
            <a:endParaRPr lang="en-US" dirty="0"/>
          </a:p>
          <a:p>
            <a:endParaRPr lang="en-US" dirty="0"/>
          </a:p>
        </p:txBody>
      </p:sp>
      <p:sp>
        <p:nvSpPr>
          <p:cNvPr id="21" name="Text Placeholder 20">
            <a:extLst>
              <a:ext uri="{FF2B5EF4-FFF2-40B4-BE49-F238E27FC236}">
                <a16:creationId xmlns:a16="http://schemas.microsoft.com/office/drawing/2014/main" id="{489BBBDF-A370-1285-9B10-A105DE826F01}"/>
              </a:ext>
            </a:extLst>
          </p:cNvPr>
          <p:cNvSpPr>
            <a:spLocks noGrp="1"/>
          </p:cNvSpPr>
          <p:nvPr>
            <p:ph type="body" sz="quarter" idx="25"/>
          </p:nvPr>
        </p:nvSpPr>
        <p:spPr/>
        <p:txBody>
          <a:bodyPr/>
          <a:lstStyle/>
          <a:p>
            <a:r>
              <a:rPr lang="en-US" dirty="0"/>
              <a:t>AWS, Azure, and GCP power global models.</a:t>
            </a:r>
          </a:p>
          <a:p>
            <a:endParaRPr lang="en-US" dirty="0"/>
          </a:p>
        </p:txBody>
      </p:sp>
      <p:sp>
        <p:nvSpPr>
          <p:cNvPr id="25" name="Text Placeholder 24">
            <a:extLst>
              <a:ext uri="{FF2B5EF4-FFF2-40B4-BE49-F238E27FC236}">
                <a16:creationId xmlns:a16="http://schemas.microsoft.com/office/drawing/2014/main" id="{6F312D04-1699-A72E-9C0F-431D34F37F2F}"/>
              </a:ext>
            </a:extLst>
          </p:cNvPr>
          <p:cNvSpPr>
            <a:spLocks noGrp="1"/>
          </p:cNvSpPr>
          <p:nvPr>
            <p:ph type="body" sz="quarter" idx="26"/>
          </p:nvPr>
        </p:nvSpPr>
        <p:spPr/>
        <p:txBody>
          <a:bodyPr/>
          <a:lstStyle/>
          <a:p>
            <a:r>
              <a:rPr lang="en-US" dirty="0"/>
              <a:t>AI becomes conversational and accessible.</a:t>
            </a:r>
          </a:p>
          <a:p>
            <a:endParaRPr lang="en-US" dirty="0"/>
          </a:p>
        </p:txBody>
      </p:sp>
      <p:sp>
        <p:nvSpPr>
          <p:cNvPr id="29" name="Picture Placeholder 28">
            <a:extLst>
              <a:ext uri="{FF2B5EF4-FFF2-40B4-BE49-F238E27FC236}">
                <a16:creationId xmlns:a16="http://schemas.microsoft.com/office/drawing/2014/main" id="{7EC75A71-5B39-F267-F2E9-993C5B9981A8}"/>
              </a:ext>
            </a:extLst>
          </p:cNvPr>
          <p:cNvSpPr>
            <a:spLocks noGrp="1"/>
          </p:cNvSpPr>
          <p:nvPr>
            <p:ph type="pic" sz="quarter" idx="34"/>
          </p:nvPr>
        </p:nvSpPr>
        <p:spPr/>
        <p:txBody>
          <a:bodyPr/>
          <a:lstStyle/>
          <a:p>
            <a:endParaRPr lang="en-US"/>
          </a:p>
        </p:txBody>
      </p:sp>
      <p:sp>
        <p:nvSpPr>
          <p:cNvPr id="36" name="Picture Placeholder 35">
            <a:extLst>
              <a:ext uri="{FF2B5EF4-FFF2-40B4-BE49-F238E27FC236}">
                <a16:creationId xmlns:a16="http://schemas.microsoft.com/office/drawing/2014/main" id="{FDE0E737-F7CC-7D8B-8473-DD18414A394C}"/>
              </a:ext>
            </a:extLst>
          </p:cNvPr>
          <p:cNvSpPr>
            <a:spLocks noGrp="1"/>
          </p:cNvSpPr>
          <p:nvPr>
            <p:ph type="pic" sz="quarter" idx="35"/>
          </p:nvPr>
        </p:nvSpPr>
        <p:spPr/>
        <p:txBody>
          <a:bodyPr/>
          <a:lstStyle/>
          <a:p>
            <a:endParaRPr lang="en-US"/>
          </a:p>
        </p:txBody>
      </p:sp>
      <p:sp>
        <p:nvSpPr>
          <p:cNvPr id="38" name="Picture Placeholder 37">
            <a:extLst>
              <a:ext uri="{FF2B5EF4-FFF2-40B4-BE49-F238E27FC236}">
                <a16:creationId xmlns:a16="http://schemas.microsoft.com/office/drawing/2014/main" id="{BE7D4FD1-E42F-653E-031A-66716737EE22}"/>
              </a:ext>
            </a:extLst>
          </p:cNvPr>
          <p:cNvSpPr>
            <a:spLocks noGrp="1"/>
          </p:cNvSpPr>
          <p:nvPr>
            <p:ph type="pic" sz="quarter" idx="36"/>
          </p:nvPr>
        </p:nvSpPr>
        <p:spPr/>
        <p:txBody>
          <a:bodyPr/>
          <a:lstStyle/>
          <a:p>
            <a:endParaRPr lang="en-US"/>
          </a:p>
        </p:txBody>
      </p:sp>
      <p:sp>
        <p:nvSpPr>
          <p:cNvPr id="40" name="Picture Placeholder 39">
            <a:extLst>
              <a:ext uri="{FF2B5EF4-FFF2-40B4-BE49-F238E27FC236}">
                <a16:creationId xmlns:a16="http://schemas.microsoft.com/office/drawing/2014/main" id="{F98943E4-930E-1F49-6D27-6983DCBB5761}"/>
              </a:ext>
            </a:extLst>
          </p:cNvPr>
          <p:cNvSpPr>
            <a:spLocks noGrp="1"/>
          </p:cNvSpPr>
          <p:nvPr>
            <p:ph type="pic" sz="quarter" idx="37"/>
          </p:nvPr>
        </p:nvSpPr>
        <p:spPr/>
        <p:txBody>
          <a:bodyPr/>
          <a:lstStyle/>
          <a:p>
            <a:endParaRPr lang="en-US"/>
          </a:p>
        </p:txBody>
      </p:sp>
      <p:sp>
        <p:nvSpPr>
          <p:cNvPr id="44" name="Picture Placeholder 43">
            <a:extLst>
              <a:ext uri="{FF2B5EF4-FFF2-40B4-BE49-F238E27FC236}">
                <a16:creationId xmlns:a16="http://schemas.microsoft.com/office/drawing/2014/main" id="{DF14E3D3-64C1-489F-8120-218BF3B34943}"/>
              </a:ext>
            </a:extLst>
          </p:cNvPr>
          <p:cNvSpPr>
            <a:spLocks noGrp="1"/>
          </p:cNvSpPr>
          <p:nvPr>
            <p:ph type="pic" sz="quarter" idx="38"/>
          </p:nvPr>
        </p:nvSpPr>
        <p:spPr/>
        <p:txBody>
          <a:bodyPr/>
          <a:lstStyle/>
          <a:p>
            <a:endParaRPr lang="en-US"/>
          </a:p>
        </p:txBody>
      </p:sp>
      <p:sp>
        <p:nvSpPr>
          <p:cNvPr id="46" name="Picture Placeholder 45">
            <a:extLst>
              <a:ext uri="{FF2B5EF4-FFF2-40B4-BE49-F238E27FC236}">
                <a16:creationId xmlns:a16="http://schemas.microsoft.com/office/drawing/2014/main" id="{50E12FCC-705F-B213-6CBF-8D27BC4A5B86}"/>
              </a:ext>
            </a:extLst>
          </p:cNvPr>
          <p:cNvSpPr>
            <a:spLocks noGrp="1"/>
          </p:cNvSpPr>
          <p:nvPr>
            <p:ph type="pic" sz="quarter" idx="33"/>
          </p:nvPr>
        </p:nvSpPr>
        <p:spPr/>
        <p:txBody>
          <a:bodyPr/>
          <a:lstStyle/>
          <a:p>
            <a:endParaRPr lang="en-US"/>
          </a:p>
        </p:txBody>
      </p:sp>
      <p:sp>
        <p:nvSpPr>
          <p:cNvPr id="50" name="Picture Placeholder 49">
            <a:extLst>
              <a:ext uri="{FF2B5EF4-FFF2-40B4-BE49-F238E27FC236}">
                <a16:creationId xmlns:a16="http://schemas.microsoft.com/office/drawing/2014/main" id="{BFBCACD3-17E9-912F-02DC-3D232692163D}"/>
              </a:ext>
            </a:extLst>
          </p:cNvPr>
          <p:cNvSpPr>
            <a:spLocks noGrp="1"/>
          </p:cNvSpPr>
          <p:nvPr>
            <p:ph type="pic" sz="quarter" idx="32"/>
          </p:nvPr>
        </p:nvSpPr>
        <p:spPr/>
        <p:txBody>
          <a:bodyPr/>
          <a:lstStyle/>
          <a:p>
            <a:endParaRPr lang="en-US"/>
          </a:p>
        </p:txBody>
      </p:sp>
      <p:pic>
        <p:nvPicPr>
          <p:cNvPr id="3074" name="Picture 2" descr="AWS Vs Azure Vs GCP - Which Cloud Platform is Right for Your Enterprise_ Image 1.webp">
            <a:extLst>
              <a:ext uri="{FF2B5EF4-FFF2-40B4-BE49-F238E27FC236}">
                <a16:creationId xmlns:a16="http://schemas.microsoft.com/office/drawing/2014/main" id="{FF0958D6-C693-D154-DB51-031860D0A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2" y="5001864"/>
            <a:ext cx="1709928" cy="185613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atGPT Logo PNG Vector">
            <a:extLst>
              <a:ext uri="{FF2B5EF4-FFF2-40B4-BE49-F238E27FC236}">
                <a16:creationId xmlns:a16="http://schemas.microsoft.com/office/drawing/2014/main" id="{B8D91611-B6ED-6100-296E-EAB34A2EC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1914" y="5001864"/>
            <a:ext cx="1618759" cy="18470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uman hand touches letters AGI on holographic screen. Future artificial general intelligence. A moment of transformation—humanity reaching toward a new era where surpasses boundaries. Soft filter.">
            <a:extLst>
              <a:ext uri="{FF2B5EF4-FFF2-40B4-BE49-F238E27FC236}">
                <a16:creationId xmlns:a16="http://schemas.microsoft.com/office/drawing/2014/main" id="{89ADD45B-80FF-2BB6-0922-A519047066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039" r="23672"/>
          <a:stretch>
            <a:fillRect/>
          </a:stretch>
        </p:blipFill>
        <p:spPr bwMode="auto">
          <a:xfrm>
            <a:off x="3494024" y="5010911"/>
            <a:ext cx="1747012" cy="1838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918201"/>
      </p:ext>
    </p:extLst>
  </p:cSld>
  <p:clrMapOvr>
    <a:masterClrMapping/>
  </p:clrMapOvr>
</p:sld>
</file>

<file path=ppt/theme/theme1.xml><?xml version="1.0" encoding="utf-8"?>
<a:theme xmlns:a="http://schemas.openxmlformats.org/drawingml/2006/main" name="Office Theme">
  <a:themeElements>
    <a:clrScheme name="TM67302905">
      <a:dk1>
        <a:srgbClr val="000000"/>
      </a:dk1>
      <a:lt1>
        <a:srgbClr val="FFFFFF"/>
      </a:lt1>
      <a:dk2>
        <a:srgbClr val="454D55"/>
      </a:dk2>
      <a:lt2>
        <a:srgbClr val="808080"/>
      </a:lt2>
      <a:accent1>
        <a:srgbClr val="D9C369"/>
      </a:accent1>
      <a:accent2>
        <a:srgbClr val="263CC3"/>
      </a:accent2>
      <a:accent3>
        <a:srgbClr val="F2F2F2"/>
      </a:accent3>
      <a:accent4>
        <a:srgbClr val="AA4C41"/>
      </a:accent4>
      <a:accent5>
        <a:srgbClr val="2C453E"/>
      </a:accent5>
      <a:accent6>
        <a:srgbClr val="B39565"/>
      </a:accent6>
      <a:hlink>
        <a:srgbClr val="808080"/>
      </a:hlink>
      <a:folHlink>
        <a:srgbClr val="808080"/>
      </a:folHlink>
    </a:clrScheme>
    <a:fontScheme name="Custom 48">
      <a:majorFont>
        <a:latin typeface="Georgia"/>
        <a:ea typeface=""/>
        <a:cs typeface=""/>
      </a:majorFont>
      <a:minorFont>
        <a:latin typeface="Kalin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7302905_win32_SL_v6" id="{01B1D590-389A-46C5-8269-F19208F907A5}" vid="{8039636F-2BBF-4020-BA27-6E2A4D54B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422510-E1CB-4FC8-BE08-DFB89B9B5A3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A4261C9-28E3-4AF0-8A1F-5AE1D62A53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B183AC2-3A14-4088-93CE-22AF45B23AE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History and milestone timeline</Template>
  <TotalTime>1284</TotalTime>
  <Words>294</Words>
  <Application>Microsoft Office PowerPoint</Application>
  <PresentationFormat>Widescreen</PresentationFormat>
  <Paragraphs>73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Georgia</vt:lpstr>
      <vt:lpstr>Kalinga</vt:lpstr>
      <vt:lpstr>Office Theme</vt:lpstr>
      <vt:lpstr>AI Timeline</vt:lpstr>
      <vt:lpstr>AI Timeline</vt:lpstr>
      <vt:lpstr>AI Timeline</vt:lpstr>
      <vt:lpstr>AI Timeline</vt:lpstr>
      <vt:lpstr>AI Timeline</vt:lpstr>
      <vt:lpstr>AI Timeline</vt:lpstr>
      <vt:lpstr>AI Timeline</vt:lpstr>
      <vt:lpstr>AI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Ashish Mishra</dc:creator>
  <cp:lastModifiedBy>Ashish Mishra</cp:lastModifiedBy>
  <cp:revision>2</cp:revision>
  <dcterms:created xsi:type="dcterms:W3CDTF">2025-10-29T00:52:08Z</dcterms:created>
  <dcterms:modified xsi:type="dcterms:W3CDTF">2025-10-29T22:19:31Z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